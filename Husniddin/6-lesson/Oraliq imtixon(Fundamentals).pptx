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9" r:id="rId13"/>
    <p:sldId id="270" r:id="rId14"/>
    <p:sldId id="271" r:id="rId15"/>
    <p:sldId id="272" r:id="rId16"/>
    <p:sldId id="273" r:id="rId17"/>
    <p:sldId id="275" r:id="rId18"/>
    <p:sldId id="274"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p:restoredLeft sz="14995" autoAdjust="0"/>
    <p:restoredTop sz="94660"/>
  </p:normalViewPr>
  <p:slideViewPr>
    <p:cSldViewPr snapToGrid="0">
      <p:cViewPr varScale="1">
        <p:scale>
          <a:sx n="100" d="100"/>
          <a:sy n="100" d="100"/>
        </p:scale>
        <p:origin x="850" y="72"/>
      </p:cViewPr>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 Type="http://schemas.openxmlformats.org/officeDocument/2006/relationships/slide" Target="slides/slide1.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 Type="http://schemas.openxmlformats.org/officeDocument/2006/relationships/slide" Target="slides/slide2.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presProps" Target="presProps.xml"  /><Relationship Id="rId36" Type="http://schemas.openxmlformats.org/officeDocument/2006/relationships/viewProps" Target="viewProps.xml"  /><Relationship Id="rId37" Type="http://schemas.openxmlformats.org/officeDocument/2006/relationships/theme" Target="theme/theme1.xml"  /><Relationship Id="rId38" Type="http://schemas.openxmlformats.org/officeDocument/2006/relationships/tableStyles" Target="tableStyles.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s>
</file>

<file path=ppt/ink/ink1.xml><?xml version="1.0" encoding="utf-8"?>
<inkml:ink xmlns:inkml="http://www.w3.org/2003/InkML">
  <inkml:definitions>
    <inkml:context xml:id="ctx0">
      <inkml:inkSource xml:id="inkSrc0">
        <inkml:traceFormat>
          <inkml:channel name="X" type="integer" max="34422" units="cm"/>
          <inkml:channel name="Y" type="integer" max="19362" units="cm"/>
          <inkml:channel name="F" type="integer" max="4095" units="dev"/>
          <inkml:channel name="T" type="integer" max="2.14748E9" units="dev"/>
        </inkml:traceFormat>
        <inkml:channelProperties>
          <inkml:channelProperty channel="X" name="resolution" value="1000.05811" units="1/cm"/>
          <inkml:channelProperty channel="Y" name="resolution" value="1000.10333" units="1/cm"/>
          <inkml:channelProperty channel="F" name="resolution" value="0" units="1/dev"/>
          <inkml:channelProperty channel="T" name="resolution" value="1" units="1/dev"/>
        </inkml:channelProperties>
      </inkml:inkSource>
      <inkml:timestamp xml:id="ts0" timeString="2025-10-15T10:13:00.717"/>
    </inkml:context>
    <inkml:brush xml:id="br0">
      <inkml:brushProperty name="width" value="0.05292" units="cm"/>
      <inkml:brushProperty name="height" value="0.05292" units="cm"/>
      <inkml:brushProperty name="color" value="#FF0000"/>
    </inkml:brush>
  </inkml:definitions>
  <inkml:trace contextRef="#ctx0" brushRef="#br0">7894 10115 163 0,'-5'-10'78'0,"2"-2"-39"0,1-4-3 15,4 1-12-15,1 2-6 0,3 0 0 0,-2-2-1 0,3 1 1 0,0 0-1 16,1 2-3-16,1 0-3 0,-1 2-2 0,1 1-2 0,-1 2 3 16,-2 1 1-16,0 1 1 0,1 1 2 0,-1 0 2 0,0 2 2 0,1-2 2 15,0 1 2-15,2 0 0 0,0-1-3 0,1 1-3 0,1-1-2 0,2 1-5 16,1-1-3-16,0 0 1 0,4-1-1 0,3 0 3 0,1-1 5 0,3-1 2 15,5 0 2-15,-1-2 4 0,4 0 0 0,2-1 2 0,-1 0-4 16,5-1 0-16,-1 0 0 0,2-1 4 0,0 1 1 0,0 0 7 0,2 2 6 16,-1 1 6-16,0 1 10 0,1 1-3 0,1 0 0 0,-1 1 0 15,2 0-5-15,2 2 0 0,0 0-1 0,3 0-10 0,-1 1-2 0,2 0-2 16,1 1-8-16,0 1 4 0,0 1-7 0,0 0-2 0,2 0-6 0,0 1-7 16,1 0-1-16,-1 1-5 0,-2 1 3 0,2 0 0 0,-3 1 1 15,0-1 1-15,0 2-3 0,-1-1-2 0,-2 1 0 0,-1 2-2 0,0 1 0 16,-2 1 3-16,-3 3-3 0,-1 0 2 0,0 3 2 0,-4 1-2 15,0 1 2-15,-4 0-1 0,-2 4 3 0,0 1 0 0,-2 2 0 0,-5 2 2 16,0 1 0-16,-5 4-1 0,-1-2-1 0,-4 1-3 0,-1-1-2 0,-1 1 8 16,-4-3 4-16,2 1 3 0,-3-1 1 0,0 0-9 0,-1-2 1 15,-2 2 1-15,-1 0-2 0,-3 1 6 0,-1 4-5 0,-3-1-1 0,-2 1-1 16,-1 1 0-16,-2-3-2 0,-3 2-2 0,-2 0 1 0,-4 1-7 16,-3 0-3-16,-5-1-7 0,-3-2-3 0,-4 1 1 0,-1-2 5 0,-6 0 8 15,-2-2-2-15,-4 1 1 0,-5-3 0 0,-2 0-1 0,-4-3 4 0,-1 0 1 16,-4-2 1-16,-2-3-3 0,-2 0 3 0,-1-3-3 0,-1-1-2 0,-1-3 2 15,0-3 3-15,0-2 6 0,2-2 6 0,2-4 9 0,1-1 9 16,3-2 8-16,1-2 1 0,3-2 3 0,2-3-5 0,3-1-1 0,2-1-3 16,2-1-9-16,1 0-3 0,1 0-3 0,0-2-2 0,3-1 0 15,2-2 0-15,0-1-9 0,0-3-5 0,2-1 0 0,2-3-2 0,4-1-2 16,2-3 0-16,1 0-1 0,4-1-11 0,1-4-3 0,4 0-5 0,5-3-14 16,0-2-12-16,4 1-27 0,1-2-74 0,3-6-65 0,2-2-35 15,2-3-15-15,2-2 28 0,1 3 40 0,3 1 46 0,0 2-91 0</inkml:trace>
  <inkml:trace contextRef="#ctx0" brushRef="#br0" timeOffset="16500.3">10866 7257 126 0,'-8'-1'28'0,"0"0"-2"0,-3-1 0 0,3 2-2 15,1 0-2-15,0 1-3 0,1 0 3 0,0-1-6 0,1 1-2 16,2 0-3-16,0-1-4 0,1 1-4 0,1 0-2 0,1-1-1 0,1 1-1 15,0 1 1-15,2-2 1 0,2 1-1 0,0-1 0 0,1 0 0 16,1-1 0-16,0 0 0 0,2-1 0 0,0 0 1 0,1-1-3 0,0 0 3 16,1 0-1-16,-1 0 0 0,0 1 3 0,1 0-2 0,-1-1 2 0,-1 2 1 15,0 0 1-15,-1 0 3 0,-2 1 6 0,1 0 4 0,1 0 6 16,-1 0 4-16,-1 0 4 0,2 2 2 0,0-1 3 0,0 1 1 0,0 0-3 16,1 1 1-16,1-1-2 0,2 2-2 0,0-1 0 0,2 1-3 15,1-1-3-15,3 0-1 0,0 0 0 0,2 0-4 0,1 0-2 0,2-1-1 16,2 0-4-16,2-1-3 0,0 0-1 0,2 0-5 0,2 1 1 0,0 0 3 15,0 0-4-15,2 1 2 0,-1 0-3 0,3 0-3 0,1 0 3 16,1 0-1-16,-1 1 1 0,-2 1 0 0,1 0-3 0,-1 0-1 0,1 0 3 16,-1 0 0-16,2 0 0 0,-1-1 0 0,1-1-3 0,0 1 2 0,-1-2 1 15,2 0 4-15,-1-1 1 0,0-2-4 0,1-1 4 0,0-1 1 16,1-2 1-16,-1 0 6 0,0-2-3 0,-2 0 2 0,0 0-1 0,1-1-4 16,-3-2 4-16,2 0-2 0,-2-4-2 0,-1 1 2 0,1-1 0 0,-2-1 0 15,1 0 0-15,-1-1-2 0,0-1 1 0,-2 0-3 0,0-3 2 16,-3-1 1-16,1-1-4 0,1 0 1 0,-3 0-8 0,-1 0-2 0,-3-1 6 15,-1 1 4-15,-1 0 6 0,-2 0 2 0,-2 0-2 0,0-3-4 0,-2 0 0 16,1 0-5-16,-4-1 5 0,2 1-1 0,-1-1-1 0,-2 0 2 16,0-2-5-16,-1-2 1 0,-2 0 1 0,-2-3-1 0,0 0-2 0,-2 2-1 15,0-1 0-15,-3 0 2 0,0 0-1 0,-3 0-6 0,-1-1-2 0,-3 3 2 16,-3 0 0-16,-3 0 3 0,-3 0 2 0,-1 1-3 0,-5 0-3 16,-2 3-1-16,-2 0 4 0,-6 2-4 0,-2 3 1 0,-5-1 2 15,-3 3-6-15,-2 2 5 0,-3-1 2 0,-1 1-3 0,-4 1 4 0,-2 2-1 16,-1 1 2-16,-2 3-1 0,-2 1-5 0,-3 3-2 0,-4 1 0 0,0 2-3 15,-4 2 3-15,-2 1-1 0,-1 3 5 0,-3 1 4 0,2 0-1 0,-3 2 6 16,1 2 0-16,0 2 2 0,1 3 4 0,-1 1-2 0,1 5 2 16,0 2 4-16,2 2-2 0,1 3 0 0,0 2-2 0,1 3-3 0,5 2 1 15,1 4-5-15,4 2 0 0,6 2-3 0,1 1 3 0,5 2 0 16,5 2-5-16,2 4 1 0,6-1-8 0,4 2 1 0,4-1-4 0,3 0-7 16,6-1-7-16,3-5-12 0,2-1-28 0,6-2-58 0,3-1-75 0,5-4-60 15,4 0-13-15,3-5 60 0,5 0-88 0</inkml:trace>
  <inkml:trace contextRef="#ctx0" brushRef="#br0" timeOffset="23716.77">7376 8194 170 0,'-1'-6'126'0,"1"1"-106"0,3 1 14 0,2 3-8 0,1 2-4 15,2 1 2-15,2 1-5 0,1 1-1 0,2 0-3 0,1 1-3 0,0 1-7 16,1 0-3-16,0 1-2 0,1 2 2 0,0 1 1 0,0 2 1 16,0 0 0-16,1 0-1 0,1 0-1 0,0-1 1 0,1 1-1 0,0 1-1 15,-1-1 3-15,1 0-4 0,-1 1 1 0,0-1-1 0,2 1 3 16,2-1 3-16,1-1 5 0,2 1 4 0,-1-1 4 0,0 0 2 0,0-1-3 16,0-1 3-16,3 0-1 0,1-1-2 0,0 0 2 0,3-1 0 15,0 0 0-15,1-1 2 0,2-2 0 0,1-3 5 0,3-2 3 0,3-3 2 16,1-3 0-16,5-2-4 0,1-2-2 0,2 0-4 0,1-2 0 0,0-1-6 15,0-2-1-15,2 0-4 0,-2 0 1 0,0-2-3 0,-3-1-3 0,0-1 0 16,0-1-2-16,-5 1 1 0,0 0-2 0,-1 0 0 0,-3 1 7 16,-2-1 2-16,0 2 3 0,-3-2-3 0,-1-1-3 0,-2 2-2 0,0-2 0 15,-1 1 2-15,0-1-3 0,-3 0 0 0,-1-1 1 0,-2 2-1 16,-2 0 0-16,0-1 0 0,-4 0 0 0,-1-1-3 0,-2 0 1 0,-3-3-3 16,-2 1 2-16,-1 1-1 0,-3 0 0 0,-3 0-1 0,-4-1 2 0,-4-1-4 15,-4 1 0-15,-2-3-4 0,-6 1-7 0,-4 0 3 0,-5 0 2 16,-6 3 3-16,-5-3 5 0,-5 3-1 0,-3-2-3 0,-3 1 3 0,-3 3 3 15,-4-2-1-15,-2 0 2 0,-4 4-1 0,-2-1 2 0,1 2 5 16,0 2 1-16,-2-1 4 0,2 2 2 0,2 2-1 0,0 2 3 0,3 0-4 16,0 2-2-16,0 3-2 0,2 2-2 0,2 3-5 0,0 2 2 0,0 4-2 15,-2 2 0-15,-1 2 1 0,-2 3-2 0,-2 1 0 0,0 3-3 16,-3 2 2-16,-1 0 1 0,-3 3-2 0,0 2-1 0,1 1 6 0,1 1-2 16,2 2 2-16,1 0 0 0,2 2-2 0,2-2-7 0,3 3 3 15,3-2 6-15,4 2-2 0,2 1 5 0,6 2-2 0,3-1-3 0,3 1-2 16,5-2-1-16,6 2 3 0,3 0-1 0,6-1-2 0,5 1 1 0,2-2-5 15,5-2 1-15,5-1-3 0,4-3-2 0,4 0 0 0,4-3-2 16,4-1-2-16,5-3 4 0,1-2-1 0,4 1 2 0,1-2 0 0,4-3-6 16,0-1-6-16,2-3-6 0,1 0-15 0,2 1-25 0,2-1-32 0,-2 0-33 15,0-1-38-15,1-1-24 0,0-1-1 0,3-1 28 0,1 1-77 16</inkml:trace>
  <inkml:trace contextRef="#ctx0" brushRef="#br0" timeOffset="27217.1">10733 8259 392 0,'-3'-5'29'0,"1"-1"-10"16,2 0-6-16,4 3 2 0,1 0-1 0,2 1 5 0,3 0-2 16,0 0-1-16,0 0 0 0,3 0-3 0,0 0 0 0,1 1-1 0,1 1 3 15,1 1 0-15,2 2-1 0,1 0-2 0,0 3-4 0,2-1 2 0,-1 4 0 16,-2 0 0-16,1 2-2 0,-1 0 0 0,0 2-1 0,-1 1-1 15,1 0 1-15,1 1-3 0,-1 1-2 0,2 1 3 0,0 0-3 0,-1-3 1 16,2 1 1-16,1-1 0 0,0 0 2 0,2-1 3 0,-1 1 5 16,2-1 1-16,1 0 5 0,0 0 5 0,2-1 2 0,-1 0 7 0,2-1 3 15,-1-2 6-15,2-2 6 0,1-1 1 0,1-3 5 0,1 0 0 0,1-1 1 16,-2-1-5-16,2-1-8 0,-1-2-9 0,1 0-8 0,2-2-9 16,-2-1-6-16,2-1-5 0,-2-2-4 0,0-1-1 0,-2 1 1 0,1-2-2 15,-3 3-3-15,-1-2 1 0,-2 1-2 0,0 0 4 0,-2 0-2 0,2-1 0 16,-2 0 3-16,0-1-2 0,-1-2 3 0,-1 0-2 0,0-1 1 15,-1 0 0-15,-1 1 3 0,1-2-1 0,-2-1 0 0,1-1-2 0,0 1-2 16,-2-2 1-16,-1 0 1 0,1-1 1 0,-3-1-2 0,-1 0 10 0,0-1-3 16,-2 0 1-16,-2-1 4 0,-1-2-6 0,-2 1 0 0,-2-1-1 15,0 0-1-15,-3 1-1 0,-1-2-3 0,-2 1 5 0,-2 0-7 0,-4-1-2 16,-2 2-1-16,-4-3-4 0,-4 3 5 0,-3-1-2 0,-3 1 4 16,-5 3 3-16,-3-1-1 0,-3 1 5 0,-2 1 3 0,-4-1 4 0,-1 1 4 15,-3-1-3-15,-3 3 0 0,-1 0-5 0,-2 0-8 0,0 2-1 0,-2-1-4 16,0 1 6-16,0 0 4 0,0 1 6 0,-2 3 3 0,0 0-8 15,-2 1 1-15,0-1-3 0,0 1 1 0,-1 0 4 0,0 0-2 0,3 3 2 16,-2-1-4-16,0 2-2 0,0 2 3 0,0 1-1 0,-1 3-1 0,2 2-2 16,1 1 0-16,-2 3-4 0,0 0 1 0,2 4-1 0,0 2-11 15,2 1-16-15,3 0-29 0,1-1-61 0,3 3-40 0,2 2-49 0,2 0-42 16,2-1-4-16,4 1 42 0,2 2-78 0</inkml:trace>
  <inkml:trace contextRef="#ctx0" brushRef="#br0" timeOffset="33933.31">13256 7993 292 0,'8'-2'91'0,"2"1"-35"16,3 1-23-16,-2 3-2 0,-1 1 1 0,0 1-3 0,0 1-6 15,1 2-4-15,1 2-8 0,-1 0-5 0,0 2 1 0,-2 1-4 0,0 3 0 16,2 0-1-16,-1 1-4 0,2 1 2 0,1 0 1 0,0-2-1 16,2 1 3-16,0 0-2 0,3-2-2 0,-1-1-2 0,2 0 3 0,2 0 2 15,0 0 1-15,3-2 3 0,1 2 1 0,0-2 0 0,2 1 4 0,-1-1 1 16,1-1 2-16,0 1 6 0,1-1 7 0,0 0 6 0,1-1 8 16,1 0 4-16,-2-3 7 0,2 0 6 0,0-1 7 0,0-1 3 0,2-1 3 15,1-1-2-15,-1 1-5 0,0-2-6 0,0 1-4 0,-1-1-8 0,2 0-4 16,-1 0-4-16,2-2-4 0,0 0-3 0,2-1-1 0,0-1-6 15,1-1-2-15,2 0-1 0,0-1-6 0,1 0-2 0,0-1-5 0,1 0-1 16,1-1-1-16,1-1 1 0,-2 0 1 0,1-2-2 0,1-1 0 16,-1-1-1-16,0 0 0 0,1-1-5 0,-1 0 0 0,0-1 2 0,0-2-2 15,-1 0 2-15,-2-1-2 0,-1 0 7 0,-2-1 5 0,-2-1-1 0,-1 1 3 16,-1-3-6-16,-1-1 0 0,-3 0 1 0,-4-2-3 0,-1-1 1 16,-2 1 0-16,-1-2 2 0,-2 0-3 0,-2-1 1 0,-2-1 1 0,-2-3-1 15,-2-1 2-15,-2 0 4 0,-1-1-9 0,-3 0 1 0,-3 1-2 0,-2-2-1 16,-4 2 3-16,-3-1 1 0,-3 1-2 0,-3 0 6 0,-3 2-1 15,-3-2 1-15,-3 2 0 0,-1-2-6 0,-4 1 0 0,-1 0-1 0,-3 2 3 16,-3-1-3-16,-1 2-5 0,-2 1 4 0,-1-2-2 0,-1 2-5 16,-2 0 0-16,-3 1 5 0,-1 3-9 0,-2 2 2 0,-1 2 5 0,-2 0-10 15,-2 1 8-15,-1 2 0 0,-5 1-2 0,1 0 1 0,-3 1 1 0,-1 1 1 16,1 1-1-16,-3 0-3 0,1 1-1 0,-2 1-2 0,-1 0 0 16,0 2 5-16,-1 1 3 0,1 3-3 0,-3 1 5 0,0 3 4 0,1 3-1 15,0 2 8-15,1 3 7 0,2 1 2 0,1 4 4 0,2 1 4 0,3 4 3 16,3 2 5-16,1 3 4 0,7 3-4 0,4 1-8 0,2 4-4 15,4 2-11-15,5 3-7 0,3 2-3 0,4 1-6 0,2 3-4 0,5 2-8 16,3 3-16-16,3 1-29 0,5 1-46 0,3-1-100 0,5 0-145 16,6-2-165-16,6-2-69 0</inkml:trace>
  <inkml:trace contextRef="#ctx0" brushRef="#br0" timeOffset="53252.29">12036 9430 158 0,'-21'-4'96'16,"-2"0"-65"-16,-2 0 8 0,6 2-1 0,6 1-3 0,3 0-9 0,3 0-5 15,0-1-6-15,2 1-4 0,1-1-4 0,1 0-7 0,0 2-4 0,2-1-8 16,0 2-4-16,0-1-1 0,2 2 6 0,0 0 4 0,1 1 4 0,1 0 3 16,0 1 0-16,0 0 1 0,2 1 2 0,-1-1 0 0,2 2 5 15,-1 1 1-15,2 0 5 0,1 1 4 0,1 0 3 0,2 0 4 0,2 0 3 16,2 0 5-16,2-1 8 0,4 0 8 0,0 0 9 0,4 1 3 16,5 0-3-16,3-1-6 0,5-1-7 0,4-1-6 0,3-1-1 0,2-2-3 15,4-1 2-15,4-1-4 0,2-1 1 0,1-1 4 0,1-3 0 0,0 0-1 16,3-2 0-16,0 1-5 0,-1-3 0 0,1 3-2 0,-3-1 1 15,1-1-1-15,-1 1-6 0,0-1-5 0,0-1-6 0,-2-1 1 0,1 1-1 16,0-1-4-16,-1 1-3 0,0 1-5 0,-1-1-1 0,-2 0 1 16,0 0 0-16,0-1-1 0,1 0 0 0,0-1 3 0,-1-2-3 0,0 0 5 15,-2 1 1-15,-2 0-2 0,0 0 3 0,-1-1-2 0,-4 0 0 0,-3-1 3 16,-2 1-1-16,0 0 3 0,-4-2 3 0,-1 1-2 0,-4-2 3 16,-1 1 1-16,-4-1 2 0,-2 0 4 0,-1 1 5 0,-2 0 4 0,-1 0 1 15,-2 0-1-15,-3-1-1 0,-2 2 2 0,-1-3-1 0,-3 0 0 0,-2 0-5 16,-2 1-4-16,-4-1-3 0,-1 1-4 0,-1 0-7 0,-4-2-5 15,-2-1-9-15,-3 0 1 0,-3 1-4 0,-4-2-7 0,-3 0-2 0,-7-1-18 16,-3-2-6-16,-5 0 1 0,-3 0-3 0,-4 0 12 0,-6 2 7 16,-2-3 11-16,-2 0 13 0,-2 2 3 0,-4-3 11 0,0 2 6 0,0-2 0 15,0 1 9-15,2 2 5 0,1 1 2 0,2 1 2 0,2 3-2 0,1 0-7 16,2 0-8-16,2 2-10 0,1 3-7 0,2-1-2 0,-1 3-2 16,-2 2-4-16,1 2 2 0,-2 3-5 0,0 1 1 0,-2 3 1 0,-4 2-2 15,-1 1 0-15,-1 3 4 0,-2 1-2 0,0 2 1 0,-1 2 4 0,0 0-4 16,1 2 5-16,-1 2-2 0,2 1 4 0,3 0-3 0,0 3 3 15,4 0 3-15,2 2-2 0,1 2-1 0,3 0-2 0,3 0-4 0,2 1 3 16,3 0 2-16,2 2 0 0,2-1-3 0,4 3-1 0,2-1 2 16,6 2 0-16,1 1 3 0,5-3-4 0,2 1-2 0,5-1 6 0,2 0 1 15,5 1 2-15,2 0 4 0,4-1-8 0,3 0 4 0,3-1-1 0,4 0-3 16,4-2 0-16,5 3-3 0,2-2 0 0,4-2-1 0,-1 0 4 16,3-5-7-16,2 1-13 0,2-2-34 0,1 0-59 0,2-3-69 0,1 1-81 15,0-1-61-15,0 0-19 0,2-4 84 0,1 1-47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246A2-52E6-0DC9-7FA2-C2CBCFFEFF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7B1B98A-5DCB-7CEC-B4B3-95EF408EAB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6BFD498-E4D5-EF00-8F68-5DC84D0791E7}"/>
              </a:ext>
            </a:extLst>
          </p:cNvPr>
          <p:cNvSpPr>
            <a:spLocks noGrp="1"/>
          </p:cNvSpPr>
          <p:nvPr>
            <p:ph type="dt" sz="half" idx="10"/>
          </p:nvPr>
        </p:nvSpPr>
        <p:spPr/>
        <p:txBody>
          <a:bodyPr/>
          <a:lstStyle/>
          <a:p>
            <a:fld id="{A9501324-30BF-4A05-8C10-C16C70629E3F}" type="datetimeFigureOut">
              <a:rPr lang="en-US" smtClean="0"/>
              <a:t>10/15/2025</a:t>
            </a:fld>
            <a:endParaRPr lang="en-US"/>
          </a:p>
        </p:txBody>
      </p:sp>
      <p:sp>
        <p:nvSpPr>
          <p:cNvPr id="5" name="Footer Placeholder 4">
            <a:extLst>
              <a:ext uri="{FF2B5EF4-FFF2-40B4-BE49-F238E27FC236}">
                <a16:creationId xmlns:a16="http://schemas.microsoft.com/office/drawing/2014/main" id="{92F7A56C-AF1F-9F7A-CB80-A3A70DCDCC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E1FB9-257F-69A2-44C2-6E0447264529}"/>
              </a:ext>
            </a:extLst>
          </p:cNvPr>
          <p:cNvSpPr>
            <a:spLocks noGrp="1"/>
          </p:cNvSpPr>
          <p:nvPr>
            <p:ph type="sldNum" sz="quarter" idx="12"/>
          </p:nvPr>
        </p:nvSpPr>
        <p:spPr/>
        <p:txBody>
          <a:bodyPr/>
          <a:lstStyle/>
          <a:p>
            <a:fld id="{1F837B11-7F51-45BC-B1B2-DA610366CB90}" type="slidenum">
              <a:rPr lang="en-US" smtClean="0"/>
              <a:t>‹#›</a:t>
            </a:fld>
            <a:endParaRPr lang="en-US"/>
          </a:p>
        </p:txBody>
      </p:sp>
    </p:spTree>
    <p:extLst>
      <p:ext uri="{BB962C8B-B14F-4D97-AF65-F5344CB8AC3E}">
        <p14:creationId xmlns:p14="http://schemas.microsoft.com/office/powerpoint/2010/main" val="3825315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B1799-1609-0BCC-2B85-958B9E4930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29465D-3417-11F7-E732-49A62BE527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4E35DA-9CCE-DA87-F088-925F8CA58B02}"/>
              </a:ext>
            </a:extLst>
          </p:cNvPr>
          <p:cNvSpPr>
            <a:spLocks noGrp="1"/>
          </p:cNvSpPr>
          <p:nvPr>
            <p:ph type="dt" sz="half" idx="10"/>
          </p:nvPr>
        </p:nvSpPr>
        <p:spPr/>
        <p:txBody>
          <a:bodyPr/>
          <a:lstStyle/>
          <a:p>
            <a:fld id="{A9501324-30BF-4A05-8C10-C16C70629E3F}" type="datetimeFigureOut">
              <a:rPr lang="en-US" smtClean="0"/>
              <a:t>10/15/2025</a:t>
            </a:fld>
            <a:endParaRPr lang="en-US"/>
          </a:p>
        </p:txBody>
      </p:sp>
      <p:sp>
        <p:nvSpPr>
          <p:cNvPr id="5" name="Footer Placeholder 4">
            <a:extLst>
              <a:ext uri="{FF2B5EF4-FFF2-40B4-BE49-F238E27FC236}">
                <a16:creationId xmlns:a16="http://schemas.microsoft.com/office/drawing/2014/main" id="{BE5EB642-5763-4E19-127A-4F8659DECE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A701AB-021F-E649-8B8B-DC506664BEC1}"/>
              </a:ext>
            </a:extLst>
          </p:cNvPr>
          <p:cNvSpPr>
            <a:spLocks noGrp="1"/>
          </p:cNvSpPr>
          <p:nvPr>
            <p:ph type="sldNum" sz="quarter" idx="12"/>
          </p:nvPr>
        </p:nvSpPr>
        <p:spPr/>
        <p:txBody>
          <a:bodyPr/>
          <a:lstStyle/>
          <a:p>
            <a:fld id="{1F837B11-7F51-45BC-B1B2-DA610366CB90}" type="slidenum">
              <a:rPr lang="en-US" smtClean="0"/>
              <a:t>‹#›</a:t>
            </a:fld>
            <a:endParaRPr lang="en-US"/>
          </a:p>
        </p:txBody>
      </p:sp>
    </p:spTree>
    <p:extLst>
      <p:ext uri="{BB962C8B-B14F-4D97-AF65-F5344CB8AC3E}">
        <p14:creationId xmlns:p14="http://schemas.microsoft.com/office/powerpoint/2010/main" val="818814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030DC-A9F6-C9ED-00D7-543A5D078F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731D2D-B22A-BEF0-4DED-AA52709C51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84FB6C-C532-C40C-6123-8B6A3669B23E}"/>
              </a:ext>
            </a:extLst>
          </p:cNvPr>
          <p:cNvSpPr>
            <a:spLocks noGrp="1"/>
          </p:cNvSpPr>
          <p:nvPr>
            <p:ph type="dt" sz="half" idx="10"/>
          </p:nvPr>
        </p:nvSpPr>
        <p:spPr/>
        <p:txBody>
          <a:bodyPr/>
          <a:lstStyle/>
          <a:p>
            <a:fld id="{A9501324-30BF-4A05-8C10-C16C70629E3F}" type="datetimeFigureOut">
              <a:rPr lang="en-US" smtClean="0"/>
              <a:t>10/15/2025</a:t>
            </a:fld>
            <a:endParaRPr lang="en-US"/>
          </a:p>
        </p:txBody>
      </p:sp>
      <p:sp>
        <p:nvSpPr>
          <p:cNvPr id="5" name="Footer Placeholder 4">
            <a:extLst>
              <a:ext uri="{FF2B5EF4-FFF2-40B4-BE49-F238E27FC236}">
                <a16:creationId xmlns:a16="http://schemas.microsoft.com/office/drawing/2014/main" id="{F526A52A-8F37-0B64-D860-4E2B187605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02A1D1-BD4E-A831-0554-D2914491198E}"/>
              </a:ext>
            </a:extLst>
          </p:cNvPr>
          <p:cNvSpPr>
            <a:spLocks noGrp="1"/>
          </p:cNvSpPr>
          <p:nvPr>
            <p:ph type="sldNum" sz="quarter" idx="12"/>
          </p:nvPr>
        </p:nvSpPr>
        <p:spPr/>
        <p:txBody>
          <a:bodyPr/>
          <a:lstStyle/>
          <a:p>
            <a:fld id="{1F837B11-7F51-45BC-B1B2-DA610366CB90}" type="slidenum">
              <a:rPr lang="en-US" smtClean="0"/>
              <a:t>‹#›</a:t>
            </a:fld>
            <a:endParaRPr lang="en-US"/>
          </a:p>
        </p:txBody>
      </p:sp>
    </p:spTree>
    <p:extLst>
      <p:ext uri="{BB962C8B-B14F-4D97-AF65-F5344CB8AC3E}">
        <p14:creationId xmlns:p14="http://schemas.microsoft.com/office/powerpoint/2010/main" val="1517160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41CFB-C5DD-5667-FC3E-90351F7C6D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65E73F-9D25-A960-91E3-4CA91638FB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9AF73D8-A889-23F6-AB22-D164D983CC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6EBD0E-126C-7330-0D62-DDDC1C121314}"/>
              </a:ext>
            </a:extLst>
          </p:cNvPr>
          <p:cNvSpPr>
            <a:spLocks noGrp="1"/>
          </p:cNvSpPr>
          <p:nvPr>
            <p:ph type="dt" sz="half" idx="10"/>
          </p:nvPr>
        </p:nvSpPr>
        <p:spPr/>
        <p:txBody>
          <a:bodyPr/>
          <a:lstStyle/>
          <a:p>
            <a:fld id="{A9501324-30BF-4A05-8C10-C16C70629E3F}" type="datetimeFigureOut">
              <a:rPr lang="en-US" smtClean="0"/>
              <a:t>10/15/2025</a:t>
            </a:fld>
            <a:endParaRPr lang="en-US"/>
          </a:p>
        </p:txBody>
      </p:sp>
      <p:sp>
        <p:nvSpPr>
          <p:cNvPr id="6" name="Footer Placeholder 5">
            <a:extLst>
              <a:ext uri="{FF2B5EF4-FFF2-40B4-BE49-F238E27FC236}">
                <a16:creationId xmlns:a16="http://schemas.microsoft.com/office/drawing/2014/main" id="{BFE75C8D-8261-1537-64CC-13C8545320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0A1CA2-8C62-66EB-5A13-4F83B303A150}"/>
              </a:ext>
            </a:extLst>
          </p:cNvPr>
          <p:cNvSpPr>
            <a:spLocks noGrp="1"/>
          </p:cNvSpPr>
          <p:nvPr>
            <p:ph type="sldNum" sz="quarter" idx="12"/>
          </p:nvPr>
        </p:nvSpPr>
        <p:spPr/>
        <p:txBody>
          <a:bodyPr/>
          <a:lstStyle/>
          <a:p>
            <a:fld id="{1F837B11-7F51-45BC-B1B2-DA610366CB90}" type="slidenum">
              <a:rPr lang="en-US" smtClean="0"/>
              <a:t>‹#›</a:t>
            </a:fld>
            <a:endParaRPr lang="en-US"/>
          </a:p>
        </p:txBody>
      </p:sp>
    </p:spTree>
    <p:extLst>
      <p:ext uri="{BB962C8B-B14F-4D97-AF65-F5344CB8AC3E}">
        <p14:creationId xmlns:p14="http://schemas.microsoft.com/office/powerpoint/2010/main" val="1437290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0DC8B-DF26-860C-23A4-95FCF519F99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6E34F1-C68A-98FA-83EF-6F120F07CE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CA24BB-4BF0-E6BA-8795-D768423690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E60D5D-8780-071E-4EBE-46E5FFE34C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4D5D4A-C69F-2CDA-F14C-F2A647D52A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E14DCD-F797-4F70-8B53-35548B893C5C}"/>
              </a:ext>
            </a:extLst>
          </p:cNvPr>
          <p:cNvSpPr>
            <a:spLocks noGrp="1"/>
          </p:cNvSpPr>
          <p:nvPr>
            <p:ph type="dt" sz="half" idx="10"/>
          </p:nvPr>
        </p:nvSpPr>
        <p:spPr/>
        <p:txBody>
          <a:bodyPr/>
          <a:lstStyle/>
          <a:p>
            <a:fld id="{A9501324-30BF-4A05-8C10-C16C70629E3F}" type="datetimeFigureOut">
              <a:rPr lang="en-US" smtClean="0"/>
              <a:t>10/15/2025</a:t>
            </a:fld>
            <a:endParaRPr lang="en-US"/>
          </a:p>
        </p:txBody>
      </p:sp>
      <p:sp>
        <p:nvSpPr>
          <p:cNvPr id="8" name="Footer Placeholder 7">
            <a:extLst>
              <a:ext uri="{FF2B5EF4-FFF2-40B4-BE49-F238E27FC236}">
                <a16:creationId xmlns:a16="http://schemas.microsoft.com/office/drawing/2014/main" id="{51C40312-B50E-D427-203D-5C3F8491931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7A31249-AC7A-9084-F1B0-31D00DCF19F5}"/>
              </a:ext>
            </a:extLst>
          </p:cNvPr>
          <p:cNvSpPr>
            <a:spLocks noGrp="1"/>
          </p:cNvSpPr>
          <p:nvPr>
            <p:ph type="sldNum" sz="quarter" idx="12"/>
          </p:nvPr>
        </p:nvSpPr>
        <p:spPr/>
        <p:txBody>
          <a:bodyPr/>
          <a:lstStyle/>
          <a:p>
            <a:fld id="{1F837B11-7F51-45BC-B1B2-DA610366CB90}" type="slidenum">
              <a:rPr lang="en-US" smtClean="0"/>
              <a:t>‹#›</a:t>
            </a:fld>
            <a:endParaRPr lang="en-US"/>
          </a:p>
        </p:txBody>
      </p:sp>
    </p:spTree>
    <p:extLst>
      <p:ext uri="{BB962C8B-B14F-4D97-AF65-F5344CB8AC3E}">
        <p14:creationId xmlns:p14="http://schemas.microsoft.com/office/powerpoint/2010/main" val="290465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9AC28-E0E3-6E5C-410A-140D4BF912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ACD932B-BA1F-597A-0107-A9840B377EEF}"/>
              </a:ext>
            </a:extLst>
          </p:cNvPr>
          <p:cNvSpPr>
            <a:spLocks noGrp="1"/>
          </p:cNvSpPr>
          <p:nvPr>
            <p:ph type="dt" sz="half" idx="10"/>
          </p:nvPr>
        </p:nvSpPr>
        <p:spPr/>
        <p:txBody>
          <a:bodyPr/>
          <a:lstStyle/>
          <a:p>
            <a:fld id="{A9501324-30BF-4A05-8C10-C16C70629E3F}" type="datetimeFigureOut">
              <a:rPr lang="en-US" smtClean="0"/>
              <a:t>10/15/2025</a:t>
            </a:fld>
            <a:endParaRPr lang="en-US"/>
          </a:p>
        </p:txBody>
      </p:sp>
      <p:sp>
        <p:nvSpPr>
          <p:cNvPr id="4" name="Footer Placeholder 3">
            <a:extLst>
              <a:ext uri="{FF2B5EF4-FFF2-40B4-BE49-F238E27FC236}">
                <a16:creationId xmlns:a16="http://schemas.microsoft.com/office/drawing/2014/main" id="{6D8BDD76-1D46-A7C1-F8CD-338D52731A2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D65145-51BC-1061-7DDF-17EA71664959}"/>
              </a:ext>
            </a:extLst>
          </p:cNvPr>
          <p:cNvSpPr>
            <a:spLocks noGrp="1"/>
          </p:cNvSpPr>
          <p:nvPr>
            <p:ph type="sldNum" sz="quarter" idx="12"/>
          </p:nvPr>
        </p:nvSpPr>
        <p:spPr/>
        <p:txBody>
          <a:bodyPr/>
          <a:lstStyle/>
          <a:p>
            <a:fld id="{1F837B11-7F51-45BC-B1B2-DA610366CB90}" type="slidenum">
              <a:rPr lang="en-US" smtClean="0"/>
              <a:t>‹#›</a:t>
            </a:fld>
            <a:endParaRPr lang="en-US"/>
          </a:p>
        </p:txBody>
      </p:sp>
    </p:spTree>
    <p:extLst>
      <p:ext uri="{BB962C8B-B14F-4D97-AF65-F5344CB8AC3E}">
        <p14:creationId xmlns:p14="http://schemas.microsoft.com/office/powerpoint/2010/main" val="46279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C6793E-129A-2545-27E9-78BDD072CB60}"/>
              </a:ext>
            </a:extLst>
          </p:cNvPr>
          <p:cNvSpPr>
            <a:spLocks noGrp="1"/>
          </p:cNvSpPr>
          <p:nvPr>
            <p:ph type="dt" sz="half" idx="10"/>
          </p:nvPr>
        </p:nvSpPr>
        <p:spPr/>
        <p:txBody>
          <a:bodyPr/>
          <a:lstStyle/>
          <a:p>
            <a:fld id="{A9501324-30BF-4A05-8C10-C16C70629E3F}" type="datetimeFigureOut">
              <a:rPr lang="en-US" smtClean="0"/>
              <a:t>10/15/2025</a:t>
            </a:fld>
            <a:endParaRPr lang="en-US"/>
          </a:p>
        </p:txBody>
      </p:sp>
      <p:sp>
        <p:nvSpPr>
          <p:cNvPr id="3" name="Footer Placeholder 2">
            <a:extLst>
              <a:ext uri="{FF2B5EF4-FFF2-40B4-BE49-F238E27FC236}">
                <a16:creationId xmlns:a16="http://schemas.microsoft.com/office/drawing/2014/main" id="{67FCE068-1E17-C2C6-2F2B-E169331C053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E98BD5-E606-C59D-C905-30578E8F1A03}"/>
              </a:ext>
            </a:extLst>
          </p:cNvPr>
          <p:cNvSpPr>
            <a:spLocks noGrp="1"/>
          </p:cNvSpPr>
          <p:nvPr>
            <p:ph type="sldNum" sz="quarter" idx="12"/>
          </p:nvPr>
        </p:nvSpPr>
        <p:spPr/>
        <p:txBody>
          <a:bodyPr/>
          <a:lstStyle/>
          <a:p>
            <a:fld id="{1F837B11-7F51-45BC-B1B2-DA610366CB90}" type="slidenum">
              <a:rPr lang="en-US" smtClean="0"/>
              <a:t>‹#›</a:t>
            </a:fld>
            <a:endParaRPr lang="en-US"/>
          </a:p>
        </p:txBody>
      </p:sp>
    </p:spTree>
    <p:extLst>
      <p:ext uri="{BB962C8B-B14F-4D97-AF65-F5344CB8AC3E}">
        <p14:creationId xmlns:p14="http://schemas.microsoft.com/office/powerpoint/2010/main" val="562084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D51F4-40B9-5CDF-1801-14EB5FAB3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7CF490F-9C7B-D406-12AD-A489A3816C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2C8BBB-3DEB-475F-EF43-1DF44DB24F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F2610F-9D5D-D33A-DDDF-844B997FF264}"/>
              </a:ext>
            </a:extLst>
          </p:cNvPr>
          <p:cNvSpPr>
            <a:spLocks noGrp="1"/>
          </p:cNvSpPr>
          <p:nvPr>
            <p:ph type="dt" sz="half" idx="10"/>
          </p:nvPr>
        </p:nvSpPr>
        <p:spPr/>
        <p:txBody>
          <a:bodyPr/>
          <a:lstStyle/>
          <a:p>
            <a:fld id="{A9501324-30BF-4A05-8C10-C16C70629E3F}" type="datetimeFigureOut">
              <a:rPr lang="en-US" smtClean="0"/>
              <a:t>10/15/2025</a:t>
            </a:fld>
            <a:endParaRPr lang="en-US"/>
          </a:p>
        </p:txBody>
      </p:sp>
      <p:sp>
        <p:nvSpPr>
          <p:cNvPr id="6" name="Footer Placeholder 5">
            <a:extLst>
              <a:ext uri="{FF2B5EF4-FFF2-40B4-BE49-F238E27FC236}">
                <a16:creationId xmlns:a16="http://schemas.microsoft.com/office/drawing/2014/main" id="{E084233F-0281-CA91-150C-37BEF3DEFA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57E33F-CD3A-6B5B-1CA4-CD27850CFFB7}"/>
              </a:ext>
            </a:extLst>
          </p:cNvPr>
          <p:cNvSpPr>
            <a:spLocks noGrp="1"/>
          </p:cNvSpPr>
          <p:nvPr>
            <p:ph type="sldNum" sz="quarter" idx="12"/>
          </p:nvPr>
        </p:nvSpPr>
        <p:spPr/>
        <p:txBody>
          <a:bodyPr/>
          <a:lstStyle/>
          <a:p>
            <a:fld id="{1F837B11-7F51-45BC-B1B2-DA610366CB90}" type="slidenum">
              <a:rPr lang="en-US" smtClean="0"/>
              <a:t>‹#›</a:t>
            </a:fld>
            <a:endParaRPr lang="en-US"/>
          </a:p>
        </p:txBody>
      </p:sp>
    </p:spTree>
    <p:extLst>
      <p:ext uri="{BB962C8B-B14F-4D97-AF65-F5344CB8AC3E}">
        <p14:creationId xmlns:p14="http://schemas.microsoft.com/office/powerpoint/2010/main" val="2661279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2AEC-4FC1-71A5-C92E-D2D5F274BD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9B83AF7-6798-3988-0E76-08B28F6734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2DE1D3B-82E9-C402-7AFF-2D8B6D126E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14C065-3A52-5663-E4EE-CA0E6FCCC9E0}"/>
              </a:ext>
            </a:extLst>
          </p:cNvPr>
          <p:cNvSpPr>
            <a:spLocks noGrp="1"/>
          </p:cNvSpPr>
          <p:nvPr>
            <p:ph type="dt" sz="half" idx="10"/>
          </p:nvPr>
        </p:nvSpPr>
        <p:spPr/>
        <p:txBody>
          <a:bodyPr/>
          <a:lstStyle/>
          <a:p>
            <a:fld id="{A9501324-30BF-4A05-8C10-C16C70629E3F}" type="datetimeFigureOut">
              <a:rPr lang="en-US" smtClean="0"/>
              <a:t>10/15/2025</a:t>
            </a:fld>
            <a:endParaRPr lang="en-US"/>
          </a:p>
        </p:txBody>
      </p:sp>
      <p:sp>
        <p:nvSpPr>
          <p:cNvPr id="6" name="Footer Placeholder 5">
            <a:extLst>
              <a:ext uri="{FF2B5EF4-FFF2-40B4-BE49-F238E27FC236}">
                <a16:creationId xmlns:a16="http://schemas.microsoft.com/office/drawing/2014/main" id="{1AE4FF58-CC34-562A-E53B-08B9C67172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5C9908-0D10-C03E-5ADA-1EDB79B35B6E}"/>
              </a:ext>
            </a:extLst>
          </p:cNvPr>
          <p:cNvSpPr>
            <a:spLocks noGrp="1"/>
          </p:cNvSpPr>
          <p:nvPr>
            <p:ph type="sldNum" sz="quarter" idx="12"/>
          </p:nvPr>
        </p:nvSpPr>
        <p:spPr/>
        <p:txBody>
          <a:bodyPr/>
          <a:lstStyle/>
          <a:p>
            <a:fld id="{1F837B11-7F51-45BC-B1B2-DA610366CB90}" type="slidenum">
              <a:rPr lang="en-US" smtClean="0"/>
              <a:t>‹#›</a:t>
            </a:fld>
            <a:endParaRPr lang="en-US"/>
          </a:p>
        </p:txBody>
      </p:sp>
    </p:spTree>
    <p:extLst>
      <p:ext uri="{BB962C8B-B14F-4D97-AF65-F5344CB8AC3E}">
        <p14:creationId xmlns:p14="http://schemas.microsoft.com/office/powerpoint/2010/main" val="5856033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E7F5B-5269-67AC-65AB-5A151EE55A2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88451C-6AD8-CD20-6E82-BC7F747C5C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416F11-B23E-4409-C758-663E7E553407}"/>
              </a:ext>
            </a:extLst>
          </p:cNvPr>
          <p:cNvSpPr>
            <a:spLocks noGrp="1"/>
          </p:cNvSpPr>
          <p:nvPr>
            <p:ph type="dt" sz="half" idx="10"/>
          </p:nvPr>
        </p:nvSpPr>
        <p:spPr/>
        <p:txBody>
          <a:bodyPr/>
          <a:lstStyle/>
          <a:p>
            <a:fld id="{A9501324-30BF-4A05-8C10-C16C70629E3F}" type="datetimeFigureOut">
              <a:rPr lang="en-US" smtClean="0"/>
              <a:t>10/15/2025</a:t>
            </a:fld>
            <a:endParaRPr lang="en-US"/>
          </a:p>
        </p:txBody>
      </p:sp>
      <p:sp>
        <p:nvSpPr>
          <p:cNvPr id="5" name="Footer Placeholder 4">
            <a:extLst>
              <a:ext uri="{FF2B5EF4-FFF2-40B4-BE49-F238E27FC236}">
                <a16:creationId xmlns:a16="http://schemas.microsoft.com/office/drawing/2014/main" id="{47684382-C082-ADF6-8480-4AD2C324A5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6CF92E-9DA5-9F7A-25E5-3CFDA250D2E9}"/>
              </a:ext>
            </a:extLst>
          </p:cNvPr>
          <p:cNvSpPr>
            <a:spLocks noGrp="1"/>
          </p:cNvSpPr>
          <p:nvPr>
            <p:ph type="sldNum" sz="quarter" idx="12"/>
          </p:nvPr>
        </p:nvSpPr>
        <p:spPr/>
        <p:txBody>
          <a:bodyPr/>
          <a:lstStyle/>
          <a:p>
            <a:fld id="{1F837B11-7F51-45BC-B1B2-DA610366CB90}" type="slidenum">
              <a:rPr lang="en-US" smtClean="0"/>
              <a:t>‹#›</a:t>
            </a:fld>
            <a:endParaRPr lang="en-US"/>
          </a:p>
        </p:txBody>
      </p:sp>
    </p:spTree>
    <p:extLst>
      <p:ext uri="{BB962C8B-B14F-4D97-AF65-F5344CB8AC3E}">
        <p14:creationId xmlns:p14="http://schemas.microsoft.com/office/powerpoint/2010/main" val="2097359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5BAE16-2075-1A84-789E-18CECF4BC32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687269-3967-1E89-BA14-2D6E4F94ABB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C27510-7799-E9DA-05E5-ABB0A201B5A5}"/>
              </a:ext>
            </a:extLst>
          </p:cNvPr>
          <p:cNvSpPr>
            <a:spLocks noGrp="1"/>
          </p:cNvSpPr>
          <p:nvPr>
            <p:ph type="dt" sz="half" idx="10"/>
          </p:nvPr>
        </p:nvSpPr>
        <p:spPr/>
        <p:txBody>
          <a:bodyPr/>
          <a:lstStyle/>
          <a:p>
            <a:fld id="{A9501324-30BF-4A05-8C10-C16C70629E3F}" type="datetimeFigureOut">
              <a:rPr lang="en-US" smtClean="0"/>
              <a:t>10/15/2025</a:t>
            </a:fld>
            <a:endParaRPr lang="en-US"/>
          </a:p>
        </p:txBody>
      </p:sp>
      <p:sp>
        <p:nvSpPr>
          <p:cNvPr id="5" name="Footer Placeholder 4">
            <a:extLst>
              <a:ext uri="{FF2B5EF4-FFF2-40B4-BE49-F238E27FC236}">
                <a16:creationId xmlns:a16="http://schemas.microsoft.com/office/drawing/2014/main" id="{45B45CE5-4D3B-E7FD-2FF0-2CA1873032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6DA460-67F2-0728-BED6-A992909ED746}"/>
              </a:ext>
            </a:extLst>
          </p:cNvPr>
          <p:cNvSpPr>
            <a:spLocks noGrp="1"/>
          </p:cNvSpPr>
          <p:nvPr>
            <p:ph type="sldNum" sz="quarter" idx="12"/>
          </p:nvPr>
        </p:nvSpPr>
        <p:spPr/>
        <p:txBody>
          <a:bodyPr/>
          <a:lstStyle/>
          <a:p>
            <a:fld id="{1F837B11-7F51-45BC-B1B2-DA610366CB90}" type="slidenum">
              <a:rPr lang="en-US" smtClean="0"/>
              <a:t>‹#›</a:t>
            </a:fld>
            <a:endParaRPr lang="en-US"/>
          </a:p>
        </p:txBody>
      </p:sp>
    </p:spTree>
    <p:extLst>
      <p:ext uri="{BB962C8B-B14F-4D97-AF65-F5344CB8AC3E}">
        <p14:creationId xmlns:p14="http://schemas.microsoft.com/office/powerpoint/2010/main" val="279155566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4546F1-83B7-A3F9-500C-3474B0D701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7B58398-5937-E2CF-2915-9395287E59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617DBA-CDDF-434D-4201-615BFB29F3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501324-30BF-4A05-8C10-C16C70629E3F}" type="datetimeFigureOut">
              <a:rPr lang="en-US" smtClean="0"/>
              <a:t>10/15/2025</a:t>
            </a:fld>
            <a:endParaRPr lang="en-US"/>
          </a:p>
        </p:txBody>
      </p:sp>
      <p:sp>
        <p:nvSpPr>
          <p:cNvPr id="5" name="Footer Placeholder 4">
            <a:extLst>
              <a:ext uri="{FF2B5EF4-FFF2-40B4-BE49-F238E27FC236}">
                <a16:creationId xmlns:a16="http://schemas.microsoft.com/office/drawing/2014/main" id="{295FD8A4-222B-1ED2-6DDA-02F00C81BE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5799DDC-1CE6-7DF1-2192-FA8614B423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837B11-7F51-45BC-B1B2-DA610366CB90}" type="slidenum">
              <a:rPr lang="en-US" smtClean="0"/>
              <a:t>‹#›</a:t>
            </a:fld>
            <a:endParaRPr lang="en-US"/>
          </a:p>
        </p:txBody>
      </p:sp>
    </p:spTree>
    <p:extLst>
      <p:ext uri="{BB962C8B-B14F-4D97-AF65-F5344CB8AC3E}">
        <p14:creationId xmlns:p14="http://schemas.microsoft.com/office/powerpoint/2010/main" val="38467648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customXml" Target="../ink/ink1.xml"  /><Relationship Id="rId3" Type="http://schemas.openxmlformats.org/officeDocument/2006/relationships/image" Target="../media/image1.png"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137FC-413E-AC2B-0617-181E209B93AE}"/>
              </a:ext>
            </a:extLst>
          </p:cNvPr>
          <p:cNvSpPr>
            <a:spLocks noGrp="1"/>
          </p:cNvSpPr>
          <p:nvPr>
            <p:ph type="ctrTitle"/>
          </p:nvPr>
        </p:nvSpPr>
        <p:spPr>
          <a:xfrm>
            <a:off x="612843" y="447472"/>
            <a:ext cx="10055157" cy="3062491"/>
          </a:xfrm>
        </p:spPr>
        <p:txBody>
          <a:bodyPr/>
          <a:lstStyle/>
          <a:p>
            <a:r>
              <a:rPr lang="en-US" dirty="0" err="1"/>
              <a:t>Oraliq</a:t>
            </a:r>
            <a:r>
              <a:rPr lang="en-US" dirty="0"/>
              <a:t> </a:t>
            </a:r>
            <a:r>
              <a:rPr lang="en-US" dirty="0" err="1"/>
              <a:t>imtixon</a:t>
            </a:r>
            <a:r>
              <a:rPr lang="en-US" dirty="0"/>
              <a:t>(Fundamentals)</a:t>
            </a:r>
          </a:p>
        </p:txBody>
      </p:sp>
      <p:sp>
        <p:nvSpPr>
          <p:cNvPr id="3" name="Subtitle 2">
            <a:extLst>
              <a:ext uri="{FF2B5EF4-FFF2-40B4-BE49-F238E27FC236}">
                <a16:creationId xmlns:a16="http://schemas.microsoft.com/office/drawing/2014/main" id="{0C6D6C27-6F72-2618-C378-B6DDF26C7C3C}"/>
              </a:ext>
            </a:extLst>
          </p:cNvPr>
          <p:cNvSpPr>
            <a:spLocks noGrp="1"/>
          </p:cNvSpPr>
          <p:nvPr>
            <p:ph type="subTitle" idx="1"/>
          </p:nvPr>
        </p:nvSpPr>
        <p:spPr>
          <a:xfrm>
            <a:off x="1040860" y="4727642"/>
            <a:ext cx="9627140" cy="530157"/>
          </a:xfrm>
        </p:spPr>
        <p:txBody>
          <a:bodyPr/>
          <a:lstStyle/>
          <a:p>
            <a:r>
              <a:rPr lang="en-US" dirty="0"/>
              <a:t>Davronbek Malikov</a:t>
            </a:r>
          </a:p>
        </p:txBody>
      </p:sp>
    </p:spTree>
    <p:extLst>
      <p:ext uri="{BB962C8B-B14F-4D97-AF65-F5344CB8AC3E}">
        <p14:creationId xmlns:p14="http://schemas.microsoft.com/office/powerpoint/2010/main" val="2906076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57B58-CB76-E7F0-56D2-C7FE5F12B9C0}"/>
              </a:ext>
            </a:extLst>
          </p:cNvPr>
          <p:cNvSpPr>
            <a:spLocks noGrp="1"/>
          </p:cNvSpPr>
          <p:nvPr>
            <p:ph type="title"/>
          </p:nvPr>
        </p:nvSpPr>
        <p:spPr/>
        <p:txBody>
          <a:bodyPr/>
          <a:lstStyle/>
          <a:p>
            <a:r>
              <a:rPr lang="en-US" dirty="0" err="1"/>
              <a:t>Oraliq</a:t>
            </a:r>
            <a:r>
              <a:rPr lang="en-US" dirty="0"/>
              <a:t> </a:t>
            </a:r>
            <a:r>
              <a:rPr lang="en-US" dirty="0" err="1"/>
              <a:t>imtixon</a:t>
            </a:r>
            <a:endParaRPr lang="en-US" dirty="0"/>
          </a:p>
        </p:txBody>
      </p:sp>
      <p:sp>
        <p:nvSpPr>
          <p:cNvPr id="3" name="Content Placeholder 2">
            <a:extLst>
              <a:ext uri="{FF2B5EF4-FFF2-40B4-BE49-F238E27FC236}">
                <a16:creationId xmlns:a16="http://schemas.microsoft.com/office/drawing/2014/main" id="{6BCA0C24-DDCD-F1D7-079F-A7CA6545B091}"/>
              </a:ext>
            </a:extLst>
          </p:cNvPr>
          <p:cNvSpPr>
            <a:spLocks noGrp="1"/>
          </p:cNvSpPr>
          <p:nvPr>
            <p:ph idx="1"/>
          </p:nvPr>
        </p:nvSpPr>
        <p:spPr/>
        <p:txBody>
          <a:bodyPr/>
          <a:lstStyle/>
          <a:p>
            <a:r>
              <a:rPr lang="en-US" dirty="0" err="1"/>
              <a:t>Yo’nalishlar</a:t>
            </a:r>
            <a:endParaRPr lang="en-US" dirty="0"/>
          </a:p>
          <a:p>
            <a:pPr lvl="1"/>
            <a:r>
              <a:rPr lang="en-US" dirty="0" err="1"/>
              <a:t>Og’zaki</a:t>
            </a:r>
            <a:r>
              <a:rPr lang="en-US" dirty="0"/>
              <a:t>(1 </a:t>
            </a:r>
            <a:r>
              <a:rPr lang="en-US" dirty="0" err="1"/>
              <a:t>minut</a:t>
            </a:r>
            <a:r>
              <a:rPr lang="en-US" dirty="0"/>
              <a:t>)-15ball</a:t>
            </a:r>
          </a:p>
          <a:p>
            <a:pPr lvl="1"/>
            <a:r>
              <a:rPr lang="en-US" dirty="0"/>
              <a:t>Python Coding( 4minut)-15ball</a:t>
            </a:r>
          </a:p>
          <a:p>
            <a:pPr lvl="1"/>
            <a:r>
              <a:rPr lang="en-US" dirty="0"/>
              <a:t>ML Coding(4 </a:t>
            </a:r>
            <a:r>
              <a:rPr lang="en-US" dirty="0" err="1"/>
              <a:t>minut</a:t>
            </a:r>
            <a:r>
              <a:rPr lang="en-US" dirty="0"/>
              <a:t>)—20ball</a:t>
            </a:r>
          </a:p>
          <a:p>
            <a:pPr lvl="1"/>
            <a:r>
              <a:rPr lang="en-US" dirty="0"/>
              <a:t>Jami ball: 50 ball</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3334BA49-14A8-B17D-2790-37DF7D031F35}"/>
                  </a:ext>
                </a:extLst>
              </p14:cNvPr>
              <p14:cNvContentPartPr/>
              <p14:nvPr/>
            </p14:nvContentPartPr>
            <p14:xfrm>
              <a:off x="2459520" y="2144160"/>
              <a:ext cx="3148560" cy="1851480"/>
            </p14:xfrm>
          </p:contentPart>
        </mc:Choice>
        <mc:Fallback>
          <p:pic>
            <p:nvPicPr>
              <p:cNvPr id="4" name="Ink 3">
                <a:extLst>
                  <a:ext uri="{FF2B5EF4-FFF2-40B4-BE49-F238E27FC236}">
                    <a16:creationId xmlns:a16="http://schemas.microsoft.com/office/drawing/2014/main" id="{3334BA49-14A8-B17D-2790-37DF7D031F35}"/>
                  </a:ext>
                </a:extLst>
              </p:cNvPr>
              <p:cNvPicPr/>
              <p:nvPr/>
            </p:nvPicPr>
            <p:blipFill>
              <a:blip r:embed="rId3"/>
              <a:stretch>
                <a:fillRect/>
              </a:stretch>
            </p:blipFill>
            <p:spPr>
              <a:xfrm>
                <a:off x="2450160" y="2134800"/>
                <a:ext cx="3167280" cy="1870200"/>
              </a:xfrm>
              <a:prstGeom prst="rect">
                <a:avLst/>
              </a:prstGeom>
            </p:spPr>
          </p:pic>
        </mc:Fallback>
      </mc:AlternateContent>
    </p:spTree>
    <p:extLst>
      <p:ext uri="{BB962C8B-B14F-4D97-AF65-F5344CB8AC3E}">
        <p14:creationId xmlns:p14="http://schemas.microsoft.com/office/powerpoint/2010/main" val="3290841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9F7F6-8DB7-E791-062C-5B52E7BE393E}"/>
              </a:ext>
            </a:extLst>
          </p:cNvPr>
          <p:cNvSpPr>
            <a:spLocks noGrp="1"/>
          </p:cNvSpPr>
          <p:nvPr>
            <p:ph type="title"/>
          </p:nvPr>
        </p:nvSpPr>
        <p:spPr>
          <a:xfrm>
            <a:off x="838200" y="365125"/>
            <a:ext cx="10515600" cy="6346960"/>
          </a:xfrm>
        </p:spPr>
        <p:txBody>
          <a:bodyPr/>
          <a:lstStyle/>
          <a:p>
            <a:pPr algn="ctr"/>
            <a:r>
              <a:rPr lang="en-US" dirty="0" err="1"/>
              <a:t>Og’zaki</a:t>
            </a:r>
            <a:r>
              <a:rPr lang="en-US" dirty="0"/>
              <a:t> </a:t>
            </a:r>
            <a:r>
              <a:rPr lang="en-US" dirty="0" err="1"/>
              <a:t>savollar</a:t>
            </a:r>
            <a:endParaRPr lang="en-US" dirty="0"/>
          </a:p>
        </p:txBody>
      </p:sp>
    </p:spTree>
    <p:extLst>
      <p:ext uri="{BB962C8B-B14F-4D97-AF65-F5344CB8AC3E}">
        <p14:creationId xmlns:p14="http://schemas.microsoft.com/office/powerpoint/2010/main" val="177380282"/>
      </p:ext>
    </p:extLst>
  </p:cSld>
  <p:clrMapOvr>
    <a:masterClrMapping/>
  </p:clrMapOvr>
</p:sld>
</file>

<file path=ppt/slides/slide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838200" y="365125"/>
            <a:ext cx="10515600" cy="6346960"/>
          </a:xfrm>
        </p:spPr>
        <p:txBody>
          <a:bodyPr>
            <a:normAutofit fontScale="90000"/>
          </a:bodyPr>
          <a:lstStyle/>
          <a:p>
            <a:pPr lvl="0" algn="just">
              <a:lnSpc>
                <a:spcPct val="107000"/>
              </a:lnSpc>
              <a:spcAft>
                <a:spcPts val="800"/>
              </a:spcAft>
              <a:defRPr/>
            </a:pPr>
            <a:r>
              <a:rPr lang="en-US" sz="4333"/>
              <a:t>1. Supervised ML nima va  qanday turlarga bo’linadi</a:t>
            </a:r>
            <a:r>
              <a:rPr lang="en-US"/>
              <a:t>?</a:t>
            </a:r>
            <a:br>
              <a:rPr lang="en-US" altLang="ko-KR"/>
            </a:br>
            <a:r>
              <a:rPr xmlns:mc="http://schemas.openxmlformats.org/markup-compatibility/2006" xmlns:hp="http://schemas.haansoft.com/office/presentation/8.0" lang="en-US" sz="3222" b="0" i="0" u="none" strike="noStrike" baseline="0" mc:Ignorable="hp" hp:hslEmbossed="0">
                <a:latin typeface="Malgun Gothic"/>
                <a:ea typeface="Malgun Gothic"/>
                <a:cs typeface="Malgun Gothic"/>
              </a:rPr>
              <a:t>Supervised Machine Learning bu oldindan javobi ya’ni labeli bor ma’lumotlar bilan o’rganadigan mashina o’rganish turi. </a:t>
            </a:r>
            <a:br>
              <a:rPr xmlns:mc="http://schemas.openxmlformats.org/markup-compatibility/2006" xmlns:hp="http://schemas.haansoft.com/office/presentation/8.0" lang="en-US" sz="3222" b="0" i="0" u="none" strike="noStrike" baseline="0" mc:Ignorable="hp" hp:hslEmbossed="0">
                <a:latin typeface="Malgun Gothic"/>
                <a:ea typeface="Malgun Gothic"/>
                <a:cs typeface="Malgun Gothic"/>
              </a:rPr>
            </a:br>
            <a:r>
              <a:rPr xmlns:mc="http://schemas.openxmlformats.org/markup-compatibility/2006" xmlns:hp="http://schemas.haansoft.com/office/presentation/8.0" lang="en-US" sz="3222" b="0" i="0" u="none" strike="noStrike" baseline="0" mc:Ignorable="hp" hp:hslEmbossed="0">
                <a:latin typeface="Malgun Gothic"/>
                <a:ea typeface="Malgun Gothic"/>
                <a:cs typeface="Malgun Gothic"/>
              </a:rPr>
              <a:t>Biz modelga savol + to’g’ri javob beramiz. Model shu misollardan qonuniyatni o’rganadi. Keyin yangi savollarga o’zi javob topadi. </a:t>
            </a:r>
            <a:br>
              <a:rPr xmlns:mc="http://schemas.openxmlformats.org/markup-compatibility/2006" xmlns:hp="http://schemas.haansoft.com/office/presentation/8.0" lang="en-US" sz="3222" b="0" i="0" u="none" strike="noStrike" baseline="0" mc:Ignorable="hp" hp:hslEmbossed="0">
                <a:latin typeface="Malgun Gothic"/>
                <a:ea typeface="Malgun Gothic"/>
                <a:cs typeface="Malgun Gothic"/>
              </a:rPr>
            </a:br>
            <a:r>
              <a:rPr xmlns:mc="http://schemas.openxmlformats.org/markup-compatibility/2006" xmlns:hp="http://schemas.haansoft.com/office/presentation/8.0" lang="en-US" sz="3222" b="0" i="0" u="none" strike="noStrike" baseline="0" mc:Ignorable="hp" hp:hslEmbossed="0">
                <a:latin typeface="Malgun Gothic"/>
                <a:ea typeface="Malgun Gothic"/>
                <a:cs typeface="Malgun Gothic"/>
              </a:rPr>
              <a:t>Supervised ML 2ga bo’linadi. 1. Classification 2. Regression. </a:t>
            </a:r>
            <a:br>
              <a:rPr xmlns:mc="http://schemas.openxmlformats.org/markup-compatibility/2006" xmlns:hp="http://schemas.haansoft.com/office/presentation/8.0" lang="en-US" sz="3222" b="0" i="0" u="none" strike="noStrike" baseline="0" mc:Ignorable="hp" hp:hslEmbossed="0">
                <a:latin typeface="Malgun Gothic"/>
                <a:ea typeface="Malgun Gothic"/>
                <a:cs typeface="Malgun Gothic"/>
              </a:rPr>
            </a:br>
            <a:r>
              <a:rPr xmlns:mc="http://schemas.openxmlformats.org/markup-compatibility/2006" xmlns:hp="http://schemas.haansoft.com/office/presentation/8.0" lang="en-US" sz="3222" b="0" i="0" u="none" strike="noStrike" baseline="0" mc:Ignorable="hp" hp:hslEmbossed="0">
                <a:latin typeface="Malgun Gothic"/>
                <a:ea typeface="Malgun Gothic"/>
                <a:cs typeface="Malgun Gothic"/>
              </a:rPr>
              <a:t>Huddi shunday classification ham 2ga bo’linadi. 1. Binary 2. Muli-class</a:t>
            </a:r>
            <a:endParaRPr lang="en-US" altLang="ko-KR" sz="3222"/>
          </a:p>
        </p:txBody>
      </p:sp>
    </p:spTree>
    <p:extLst>
      <p:ext uri="{BB962C8B-B14F-4D97-AF65-F5344CB8AC3E}">
        <p14:creationId xmlns:p14="http://schemas.microsoft.com/office/powerpoint/2010/main" val="2794702366"/>
      </p:ext>
    </p:extLst>
  </p:cSld>
  <p:clrMapOvr>
    <a:masterClrMapping/>
  </p:clrMapOvr>
</p:sld>
</file>

<file path=ppt/slides/slide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838200" y="365125"/>
            <a:ext cx="10515600" cy="6346960"/>
          </a:xfrm>
        </p:spPr>
        <p:txBody>
          <a:bodyPr/>
          <a:lstStyle/>
          <a:p>
            <a:pPr lvl="0" algn="ctr">
              <a:defRPr/>
            </a:pPr>
            <a:r>
              <a:rPr lang="en-US" sz="3900" b="1"/>
              <a:t>2. Data qanday bo’lishi kerak?</a:t>
            </a:r>
            <a:br>
              <a:rPr lang="en-US" altLang="ko-KR" sz="3900"/>
            </a:br>
            <a:r>
              <a:rPr lang="en-US" altLang="ko-KR" sz="3800"/>
              <a:t>Supervised ML uchun labeled data bo’lishi shart. X va Y juftlikda bo’ladi. Toza va sifatli bo’lishi kerak. Missing values kam bo’lishi, noto’g’ri qiymaylar yo’q bo’lishi kerak bo’ladi. Yetarli hajmda bo’lishi kerak. Model yaxshi o’rganishi uchun ko’p data kerak. kam bo’lsa overfitting sodir bo’la</a:t>
            </a:r>
            <a:r>
              <a:rPr lang="ko-KR" altLang="en-US" sz="3800"/>
              <a:t>야</a:t>
            </a:r>
            <a:r>
              <a:rPr lang="en-US" altLang="ko-KR" sz="3800"/>
              <a:t>,</a:t>
            </a:r>
            <a:r>
              <a:rPr lang="ko-KR" altLang="en-US" sz="3800"/>
              <a:t> </a:t>
            </a:r>
            <a:r>
              <a:rPr lang="en-US" altLang="ko-KR" sz="3800"/>
              <a:t>ko’p data bo’lsa yaxshi umumlashtira oladi. Balanslangan bo’lishi ma’qul. </a:t>
            </a:r>
            <a:endParaRPr lang="en-US" altLang="ko-KR" sz="3800"/>
          </a:p>
        </p:txBody>
      </p:sp>
    </p:spTree>
    <p:extLst>
      <p:ext uri="{BB962C8B-B14F-4D97-AF65-F5344CB8AC3E}">
        <p14:creationId xmlns:p14="http://schemas.microsoft.com/office/powerpoint/2010/main" val="1720469680"/>
      </p:ext>
    </p:extLst>
  </p:cSld>
  <p:clrMapOvr>
    <a:masterClrMapping/>
  </p:clrMapOvr>
</p:sld>
</file>

<file path=ppt/slides/slide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838200" y="365125"/>
            <a:ext cx="10515600" cy="6346960"/>
          </a:xfrm>
        </p:spPr>
        <p:txBody>
          <a:bodyPr/>
          <a:lstStyle/>
          <a:p>
            <a:pPr lvl="0" algn="ctr">
              <a:defRPr/>
            </a:pPr>
            <a:r>
              <a:rPr lang="en-US" sz="4100" b="1"/>
              <a:t>3. Data Preprocessing nima?</a:t>
            </a:r>
            <a:br>
              <a:rPr lang="en-US" altLang="ko-KR" sz="4100" b="1"/>
            </a:br>
            <a:r>
              <a:rPr lang="en-US" altLang="ko-KR" sz="4100" b="0"/>
              <a:t>qisqa aytadigan bo’lsak xom datani model tushunsa bo’ladigan holatga keltirish. Unda data cleaning, encoding, scaling, feature selection, data splitting bo’limlari bo’la</a:t>
            </a:r>
            <a:r>
              <a:rPr lang="ko-KR" altLang="en-US" sz="4100" b="0"/>
              <a:t>야</a:t>
            </a:r>
            <a:r>
              <a:rPr lang="en-US" altLang="ko-KR" sz="4100" b="0"/>
              <a:t>.</a:t>
            </a:r>
            <a:r>
              <a:rPr lang="ko-KR" altLang="en-US" sz="4100" b="0"/>
              <a:t> </a:t>
            </a:r>
            <a:endParaRPr lang="ko-KR" altLang="en-US" sz="4100" b="0"/>
          </a:p>
        </p:txBody>
      </p:sp>
    </p:spTree>
    <p:extLst>
      <p:ext uri="{BB962C8B-B14F-4D97-AF65-F5344CB8AC3E}">
        <p14:creationId xmlns:p14="http://schemas.microsoft.com/office/powerpoint/2010/main" val="3249486318"/>
      </p:ext>
    </p:extLst>
  </p:cSld>
  <p:clrMapOvr>
    <a:masterClrMapping/>
  </p:clrMapOvr>
</p:sld>
</file>

<file path=ppt/slides/slide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838200" y="365125"/>
            <a:ext cx="10515600" cy="6346960"/>
          </a:xfrm>
        </p:spPr>
        <p:txBody>
          <a:bodyPr/>
          <a:lstStyle/>
          <a:p>
            <a:pPr lvl="0" algn="ctr">
              <a:defRPr/>
            </a:pPr>
            <a:r>
              <a:rPr lang="en-US"/>
              <a:t>4. Mean va Modeni farqi nimada?</a:t>
            </a:r>
            <a:br>
              <a:rPr lang="ko-KR" altLang="en-US"/>
            </a:br>
            <a:r>
              <a:rPr lang="en-US" altLang="ko-KR"/>
              <a:t>Mean - barcha sonlarni qo’shib, sonlar soniga bo’lsa</a:t>
            </a:r>
            <a:br>
              <a:rPr lang="en-US" altLang="ko-KR"/>
            </a:br>
            <a:r>
              <a:rPr lang="en-US" altLang="ko-KR"/>
              <a:t>Mode - Datasetda eng ko’p takrorlanga sonni chiqarib bera</a:t>
            </a:r>
            <a:r>
              <a:rPr lang="ko-KR" altLang="en-US"/>
              <a:t>야</a:t>
            </a:r>
            <a:r>
              <a:rPr lang="en-US" altLang="ko-KR"/>
              <a:t>. Mean - o’rtacha qiymat, barcha sonlarni ishlatadi, outlierga sezgir, faqat sonlar uchun bo’lsa, </a:t>
            </a:r>
            <a:r>
              <a:rPr lang="ko-KR" altLang="en-US"/>
              <a:t>반면으로 </a:t>
            </a:r>
            <a:r>
              <a:rPr lang="en-US" altLang="ko-KR"/>
              <a:t>Mode - eng ko’p uchraydigan qiymat, faqat takrorlanishni ko’radi, outlierga ta’sir qilmaydi, son va kategoriyalar uchun ham bo’ladi.</a:t>
            </a:r>
            <a:endParaRPr lang="en-US" altLang="ko-KR"/>
          </a:p>
        </p:txBody>
      </p:sp>
    </p:spTree>
    <p:extLst>
      <p:ext uri="{BB962C8B-B14F-4D97-AF65-F5344CB8AC3E}">
        <p14:creationId xmlns:p14="http://schemas.microsoft.com/office/powerpoint/2010/main" val="2902512650"/>
      </p:ext>
    </p:extLst>
  </p:cSld>
  <p:clrMapOvr>
    <a:masterClrMapping/>
  </p:clrMapOvr>
</p:sld>
</file>

<file path=ppt/slides/slide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838200" y="365125"/>
            <a:ext cx="10515600" cy="6346960"/>
          </a:xfrm>
        </p:spPr>
        <p:txBody>
          <a:bodyPr/>
          <a:lstStyle/>
          <a:p>
            <a:pPr lvl="0" algn="ctr">
              <a:defRPr/>
            </a:pPr>
            <a:r>
              <a:rPr lang="en-US" sz="3600" b="1"/>
              <a:t>5. Regression va Classification nima va ularga  idea ayting?</a:t>
            </a:r>
            <a:br>
              <a:rPr lang="en-US" altLang="ko-KR" sz="3600" b="1"/>
            </a:br>
            <a:r>
              <a:rPr lang="en-US" altLang="ko-KR" sz="3600" b="1"/>
              <a:t>regression: </a:t>
            </a:r>
            <a:r>
              <a:rPr lang="en-US" altLang="ko-KR" sz="3600" b="0"/>
              <a:t>Natija raqam (continuous value) bo’ladi. Model “qancha?”</a:t>
            </a:r>
            <a:r>
              <a:rPr lang="ko-KR" altLang="en-US" sz="3600" b="0"/>
              <a:t>  </a:t>
            </a:r>
            <a:r>
              <a:rPr lang="en-US" altLang="ko-KR" sz="3600" b="0"/>
              <a:t>degan savolga javob beradi. Idea: Uy narxini bashorat qilish. Mashina narxi, askiyanarxi prognozi</a:t>
            </a:r>
            <a:br>
              <a:rPr lang="en-US" altLang="ko-KR" sz="3600" b="0"/>
            </a:br>
            <a:r>
              <a:rPr lang="en-US" altLang="ko-KR" sz="3600" b="0"/>
              <a:t>Classification: toifani aniqlaydi. :Spam yoki spam emas, rasmda mushukmi yoki itmi.</a:t>
            </a:r>
            <a:r>
              <a:rPr lang="ko-KR" altLang="en-US" sz="3600" b="0"/>
              <a:t>   </a:t>
            </a:r>
            <a:endParaRPr lang="ko-KR" altLang="en-US" sz="3600" b="0"/>
          </a:p>
        </p:txBody>
      </p:sp>
    </p:spTree>
    <p:extLst>
      <p:ext uri="{BB962C8B-B14F-4D97-AF65-F5344CB8AC3E}">
        <p14:creationId xmlns:p14="http://schemas.microsoft.com/office/powerpoint/2010/main" val="3541789566"/>
      </p:ext>
    </p:extLst>
  </p:cSld>
  <p:clrMapOvr>
    <a:masterClrMapping/>
  </p:clrMapOvr>
</p:sld>
</file>

<file path=ppt/slides/slide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838200" y="365125"/>
            <a:ext cx="10515600" cy="6346960"/>
          </a:xfrm>
        </p:spPr>
        <p:txBody>
          <a:bodyPr/>
          <a:lstStyle/>
          <a:p>
            <a:pPr lvl="0">
              <a:defRPr/>
            </a:pPr>
            <a:r>
              <a:rPr lang="en-US" sz="3800" b="1"/>
              <a:t>6. Tushurib qoldilgan qiymatlarni to’ldirish usullari va ular qanday ishlaydi?</a:t>
            </a:r>
            <a:br>
              <a:rPr lang="en-US" altLang="ko-KR" sz="3800" b="1"/>
            </a:br>
            <a:r>
              <a:rPr lang="en-US" altLang="ko-KR" sz="3600" b="0"/>
              <a:t>1. Mean bilan to’ldirish (numeric data uchun), bo’sh joyga ustunning o’rtacha qiymati qo’yila</a:t>
            </a:r>
            <a:r>
              <a:rPr lang="ko-KR" altLang="en-US" sz="3600" b="0"/>
              <a:t>야</a:t>
            </a:r>
            <a:r>
              <a:rPr lang="en-US" altLang="ko-KR" sz="3600" b="0"/>
              <a:t>.</a:t>
            </a:r>
            <a:r>
              <a:rPr lang="ko-KR" altLang="en-US" sz="3600" b="0"/>
              <a:t>  </a:t>
            </a:r>
            <a:r>
              <a:rPr lang="en-US" altLang="ko-KR" sz="3600" b="0"/>
              <a:t>2.</a:t>
            </a:r>
            <a:r>
              <a:rPr lang="ko-KR" altLang="en-US" sz="3600" b="0"/>
              <a:t> </a:t>
            </a:r>
            <a:r>
              <a:rPr lang="en-US" altLang="ko-KR" sz="3600" b="0"/>
              <a:t>Median bilan to’ldirish. Numeric + outlier bor dataset uchun eng yaxshi. </a:t>
            </a:r>
            <a:br>
              <a:rPr lang="en-US" altLang="ko-KR" sz="3600" b="0"/>
            </a:br>
            <a:r>
              <a:rPr lang="en-US" altLang="ko-KR" sz="3600" b="0"/>
              <a:t>3. Mode - kategorik data uchun.  4. Qatorni o’chirish df.drop() 5. Oldingi/ keyingi qiymat bilan to’ldirish.</a:t>
            </a:r>
            <a:endParaRPr lang="en-US" altLang="ko-KR" sz="3600" b="0"/>
          </a:p>
        </p:txBody>
      </p:sp>
    </p:spTree>
    <p:extLst>
      <p:ext uri="{BB962C8B-B14F-4D97-AF65-F5344CB8AC3E}">
        <p14:creationId xmlns:p14="http://schemas.microsoft.com/office/powerpoint/2010/main" val="4118677179"/>
      </p:ext>
    </p:extLst>
  </p:cSld>
  <p:clrMapOvr>
    <a:masterClrMapping/>
  </p:clrMapOvr>
</p:sld>
</file>

<file path=ppt/slides/slide1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838200" y="365125"/>
            <a:ext cx="10515600" cy="6346960"/>
          </a:xfrm>
        </p:spPr>
        <p:txBody>
          <a:bodyPr/>
          <a:lstStyle/>
          <a:p>
            <a:pPr lvl="0" algn="ctr">
              <a:defRPr/>
            </a:pPr>
            <a:r>
              <a:rPr lang="en-US"/>
              <a:t>7. ML va AI da eng muhim element?</a:t>
            </a:r>
            <a:br>
              <a:rPr lang="en-US" altLang="ko-KR"/>
            </a:br>
            <a:r>
              <a:rPr lang="en-US" altLang="ko-KR"/>
              <a:t>Eng muhim element bu data. Oldinlar ham aytilganidek “Garbage in - garbage out”, model o’zi hech narsa bilmaydi, u faqat datadan o’rganadi. Shuning uchun data eng muhim. </a:t>
            </a:r>
            <a:endParaRPr lang="en-US" altLang="ko-KR"/>
          </a:p>
        </p:txBody>
      </p:sp>
    </p:spTree>
    <p:extLst>
      <p:ext uri="{BB962C8B-B14F-4D97-AF65-F5344CB8AC3E}">
        <p14:creationId xmlns:p14="http://schemas.microsoft.com/office/powerpoint/2010/main" val="4277889510"/>
      </p:ext>
    </p:extLst>
  </p:cSld>
  <p:clrMapOvr>
    <a:masterClrMapping/>
  </p:clrMapOvr>
</p:sld>
</file>

<file path=ppt/slides/slide1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838200" y="365125"/>
            <a:ext cx="10515600" cy="6346960"/>
          </a:xfrm>
        </p:spPr>
        <p:txBody>
          <a:bodyPr/>
          <a:lstStyle/>
          <a:p>
            <a:pPr lvl="0" algn="ctr">
              <a:defRPr/>
            </a:pPr>
            <a:r>
              <a:rPr lang="en-US" sz="3900" b="1"/>
              <a:t>8. Median qanday ishlaydi?</a:t>
            </a:r>
            <a:br>
              <a:rPr lang="en-US" altLang="ko-KR" sz="3900" b="1"/>
            </a:br>
            <a:r>
              <a:rPr lang="en-US" altLang="ko-KR" sz="3900" b="0"/>
              <a:t>Median - bu ma’lumotlar tartiblanganidan keyin o’rtadagi qiymat. Avval sonlarni tartiblaymi (kichik -&gt; katta), o’rtadagi sonni olamiz. Agar sonlar juft bo’lsa o’rtadagi ikkita sonning o’rtachasi olina</a:t>
            </a:r>
            <a:r>
              <a:rPr lang="ko-KR" altLang="en-US" sz="3900" b="0"/>
              <a:t>야</a:t>
            </a:r>
            <a:r>
              <a:rPr lang="en-US" altLang="ko-KR" sz="3900" b="0"/>
              <a:t>.</a:t>
            </a:r>
            <a:r>
              <a:rPr lang="ko-KR" altLang="en-US" sz="3900" b="0"/>
              <a:t> </a:t>
            </a:r>
            <a:endParaRPr lang="ko-KR" altLang="en-US" sz="3900" b="0"/>
          </a:p>
        </p:txBody>
      </p:sp>
    </p:spTree>
    <p:extLst>
      <p:ext uri="{BB962C8B-B14F-4D97-AF65-F5344CB8AC3E}">
        <p14:creationId xmlns:p14="http://schemas.microsoft.com/office/powerpoint/2010/main" val="27516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998DA-4A02-A2ED-DFE5-13F3B3FDF0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94FA8C-86B0-C608-9079-848CF2E8A22D}"/>
              </a:ext>
            </a:extLst>
          </p:cNvPr>
          <p:cNvSpPr>
            <a:spLocks noGrp="1"/>
          </p:cNvSpPr>
          <p:nvPr>
            <p:ph type="title"/>
          </p:nvPr>
        </p:nvSpPr>
        <p:spPr>
          <a:xfrm>
            <a:off x="838200" y="365125"/>
            <a:ext cx="10515600" cy="6346960"/>
          </a:xfrm>
        </p:spPr>
        <p:txBody>
          <a:bodyPr/>
          <a:lstStyle/>
          <a:p>
            <a:pPr algn="ctr"/>
            <a:r>
              <a:rPr lang="en-US" dirty="0"/>
              <a:t>Python coding(2-minut)</a:t>
            </a:r>
          </a:p>
        </p:txBody>
      </p:sp>
    </p:spTree>
    <p:extLst>
      <p:ext uri="{BB962C8B-B14F-4D97-AF65-F5344CB8AC3E}">
        <p14:creationId xmlns:p14="http://schemas.microsoft.com/office/powerpoint/2010/main" val="3980452137"/>
      </p:ext>
    </p:extLst>
  </p:cSld>
  <p:clrMapOvr>
    <a:masterClrMapping/>
  </p:clrMapOvr>
</p:sld>
</file>

<file path=ppt/slides/slide1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838200" y="365125"/>
            <a:ext cx="10515600" cy="6346960"/>
          </a:xfrm>
        </p:spPr>
        <p:txBody>
          <a:bodyPr/>
          <a:lstStyle/>
          <a:p>
            <a:pPr lvl="0">
              <a:defRPr/>
            </a:pPr>
            <a:r>
              <a:rPr lang="en-US"/>
              <a:t>1. Agar berilgan son 2 ga bo’linsa yaxshi aks xolda yomon degan sozni ekrang chiqaring?</a:t>
            </a:r>
            <a:br>
              <a:rPr lang="ko-KR" altLang="en-US"/>
            </a:br>
            <a:r>
              <a:rPr lang="en-US" altLang="ko-KR"/>
              <a:t>number = int(input(”</a:t>
            </a:r>
            <a:r>
              <a:rPr lang="ko-KR" altLang="en-US"/>
              <a:t>번호를 입력하세요</a:t>
            </a:r>
            <a:r>
              <a:rPr lang="en-US" altLang="ko-KR"/>
              <a:t>: “))</a:t>
            </a:r>
            <a:br>
              <a:rPr lang="en-US" altLang="ko-KR"/>
            </a:br>
            <a:r>
              <a:rPr lang="en-US" altLang="ko-KR"/>
              <a:t>if son % 2 == 0:</a:t>
            </a:r>
            <a:br>
              <a:rPr lang="en-US" altLang="ko-KR"/>
            </a:br>
            <a:r>
              <a:rPr lang="en-US" altLang="ko-KR"/>
              <a:t>     print(”Yaxshi”)</a:t>
            </a:r>
            <a:br>
              <a:rPr lang="en-US" altLang="ko-KR"/>
            </a:br>
            <a:r>
              <a:rPr lang="en-US" altLang="ko-KR"/>
              <a:t>else:</a:t>
            </a:r>
            <a:br>
              <a:rPr lang="en-US" altLang="ko-KR"/>
            </a:br>
            <a:r>
              <a:rPr lang="en-US" altLang="ko-KR"/>
              <a:t>     print(”Yomon”)</a:t>
            </a:r>
            <a:endParaRPr lang="en-US" altLang="ko-KR"/>
          </a:p>
        </p:txBody>
      </p:sp>
    </p:spTree>
    <p:extLst>
      <p:ext uri="{BB962C8B-B14F-4D97-AF65-F5344CB8AC3E}">
        <p14:creationId xmlns:p14="http://schemas.microsoft.com/office/powerpoint/2010/main" val="771796885"/>
      </p:ext>
    </p:extLst>
  </p:cSld>
  <p:clrMapOvr>
    <a:masterClrMapping/>
  </p:clrMapOvr>
</p:sld>
</file>

<file path=ppt/slides/slide1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838200" y="365125"/>
            <a:ext cx="10515600" cy="6346960"/>
          </a:xfrm>
        </p:spPr>
        <p:txBody>
          <a:bodyPr/>
          <a:lstStyle/>
          <a:p>
            <a:pPr lvl="0">
              <a:defRPr/>
            </a:pPr>
            <a:r>
              <a:rPr lang="en-US"/>
              <a:t>2. Agar berilgan son musbat bo’lsa yaxshi aks xolda yomon degan sozni ekrang chiqaring?</a:t>
            </a:r>
            <a:br>
              <a:rPr lang="en-US" altLang="ko-KR"/>
            </a:br>
            <a:r>
              <a:rPr lang="en-US" altLang="ko-KR"/>
              <a:t>num = int(input(”son kiriting: “))</a:t>
            </a:r>
            <a:br>
              <a:rPr lang="en-US" altLang="ko-KR"/>
            </a:br>
            <a:r>
              <a:rPr lang="en-US" altLang="ko-KR"/>
              <a:t>if num &gt; 0:</a:t>
            </a:r>
            <a:br>
              <a:rPr lang="en-US" altLang="ko-KR"/>
            </a:br>
            <a:r>
              <a:rPr lang="en-US" altLang="ko-KR"/>
              <a:t>     print(”Yaxshi”)</a:t>
            </a:r>
            <a:br>
              <a:rPr lang="en-US" altLang="ko-KR"/>
            </a:br>
            <a:r>
              <a:rPr lang="en-US" altLang="ko-KR"/>
              <a:t>else:</a:t>
            </a:r>
            <a:br>
              <a:rPr lang="en-US" altLang="ko-KR"/>
            </a:br>
            <a:r>
              <a:rPr lang="en-US" altLang="ko-KR"/>
              <a:t>      print(”yomon”)</a:t>
            </a:r>
            <a:endParaRPr lang="en-US" altLang="ko-KR"/>
          </a:p>
        </p:txBody>
      </p:sp>
    </p:spTree>
    <p:extLst>
      <p:ext uri="{BB962C8B-B14F-4D97-AF65-F5344CB8AC3E}">
        <p14:creationId xmlns:p14="http://schemas.microsoft.com/office/powerpoint/2010/main" val="277461606"/>
      </p:ext>
    </p:extLst>
  </p:cSld>
  <p:clrMapOvr>
    <a:masterClrMapping/>
  </p:clrMapOvr>
</p:sld>
</file>

<file path=ppt/slides/slide1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838200" y="365125"/>
            <a:ext cx="10515600" cy="6346960"/>
          </a:xfrm>
        </p:spPr>
        <p:txBody>
          <a:bodyPr/>
          <a:lstStyle/>
          <a:p>
            <a:pPr lvl="0">
              <a:defRPr/>
            </a:pPr>
            <a:r>
              <a:rPr lang="en-US"/>
              <a:t>3. Agar berilgan 5 ga va 3 ga bolinsa yaxshi aks xolda yomon degan sozni ekrang chiqaring?</a:t>
            </a:r>
            <a:br>
              <a:rPr lang="en-US" altLang="ko-KR"/>
            </a:br>
            <a:r>
              <a:rPr lang="en-US" altLang="ko-KR"/>
              <a:t>num = int(input("Son kiriting: "))</a:t>
            </a:r>
            <a:endParaRPr lang="en-US" altLang="ko-KR"/>
          </a:p>
          <a:p>
            <a:pPr lvl="0">
              <a:defRPr/>
            </a:pPr>
            <a:endParaRPr lang="en-US" altLang="ko-KR"/>
          </a:p>
          <a:p>
            <a:pPr lvl="0">
              <a:defRPr/>
            </a:pPr>
            <a:r>
              <a:rPr lang="en-US" altLang="ko-KR"/>
              <a:t>if num % 5 == 0 and num % 3 == 0:</a:t>
            </a:r>
            <a:endParaRPr lang="en-US" altLang="ko-KR"/>
          </a:p>
          <a:p>
            <a:pPr lvl="0">
              <a:defRPr/>
            </a:pPr>
            <a:r>
              <a:rPr lang="en-US" altLang="ko-KR"/>
              <a:t>    print("yaxshi")</a:t>
            </a:r>
            <a:endParaRPr lang="en-US" altLang="ko-KR"/>
          </a:p>
          <a:p>
            <a:pPr lvl="0">
              <a:defRPr/>
            </a:pPr>
            <a:r>
              <a:rPr lang="en-US" altLang="ko-KR"/>
              <a:t>else:</a:t>
            </a:r>
            <a:endParaRPr lang="en-US" altLang="ko-KR"/>
          </a:p>
          <a:p>
            <a:pPr lvl="0">
              <a:defRPr/>
            </a:pPr>
            <a:r>
              <a:rPr lang="en-US" altLang="ko-KR"/>
              <a:t>    print("yomon")</a:t>
            </a:r>
            <a:br>
              <a:rPr lang="en-US" altLang="ko-KR"/>
            </a:br>
            <a:endParaRPr lang="en-US" altLang="ko-KR"/>
          </a:p>
        </p:txBody>
      </p:sp>
    </p:spTree>
    <p:extLst>
      <p:ext uri="{BB962C8B-B14F-4D97-AF65-F5344CB8AC3E}">
        <p14:creationId xmlns:p14="http://schemas.microsoft.com/office/powerpoint/2010/main" val="4055712433"/>
      </p:ext>
    </p:extLst>
  </p:cSld>
  <p:clrMapOvr>
    <a:masterClrMapping/>
  </p:clrMapOvr>
</p:sld>
</file>

<file path=ppt/slides/slide1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838200" y="365125"/>
            <a:ext cx="10515600" cy="6346960"/>
          </a:xfrm>
        </p:spPr>
        <p:txBody>
          <a:bodyPr/>
          <a:lstStyle/>
          <a:p>
            <a:pPr lvl="0">
              <a:defRPr/>
            </a:pPr>
            <a:r>
              <a:rPr lang="en-US"/>
              <a:t>4. Agar berilgan so’zning bosh xarfi ‘a’ bolsa yaxshi aks xolda yomon degan sozni ekrang chiqaring </a:t>
            </a:r>
            <a:br>
              <a:rPr lang="en-US" altLang="ko-KR"/>
            </a:br>
            <a:r>
              <a:rPr lang="en-US" altLang="ko-KR"/>
              <a:t>soz = input("So'z kiriting: ")</a:t>
            </a:r>
            <a:endParaRPr lang="en-US" altLang="ko-KR"/>
          </a:p>
          <a:p>
            <a:pPr lvl="0">
              <a:defRPr/>
            </a:pPr>
            <a:endParaRPr lang="en-US" altLang="ko-KR"/>
          </a:p>
          <a:p>
            <a:pPr lvl="0">
              <a:defRPr/>
            </a:pPr>
            <a:r>
              <a:rPr lang="en-US" altLang="ko-KR"/>
              <a:t>if soz[0] == 'a':</a:t>
            </a:r>
            <a:endParaRPr lang="en-US" altLang="ko-KR"/>
          </a:p>
          <a:p>
            <a:pPr lvl="0">
              <a:defRPr/>
            </a:pPr>
            <a:r>
              <a:rPr lang="en-US" altLang="ko-KR"/>
              <a:t>    print("yaxshi")</a:t>
            </a:r>
            <a:endParaRPr lang="en-US" altLang="ko-KR"/>
          </a:p>
          <a:p>
            <a:pPr lvl="0">
              <a:defRPr/>
            </a:pPr>
            <a:r>
              <a:rPr lang="en-US" altLang="ko-KR"/>
              <a:t>else:</a:t>
            </a:r>
            <a:endParaRPr lang="en-US" altLang="ko-KR"/>
          </a:p>
          <a:p>
            <a:pPr lvl="0">
              <a:defRPr/>
            </a:pPr>
            <a:r>
              <a:rPr lang="en-US" altLang="ko-KR"/>
              <a:t>    print("yomon")</a:t>
            </a:r>
            <a:endParaRPr lang="en-US" altLang="ko-KR"/>
          </a:p>
        </p:txBody>
      </p:sp>
    </p:spTree>
    <p:extLst>
      <p:ext uri="{BB962C8B-B14F-4D97-AF65-F5344CB8AC3E}">
        <p14:creationId xmlns:p14="http://schemas.microsoft.com/office/powerpoint/2010/main" val="2354864051"/>
      </p:ext>
    </p:extLst>
  </p:cSld>
  <p:clrMapOvr>
    <a:masterClrMapping/>
  </p:clrMapOvr>
</p:sld>
</file>

<file path=ppt/slides/slide1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838200" y="365125"/>
            <a:ext cx="10515600" cy="6346960"/>
          </a:xfrm>
        </p:spPr>
        <p:txBody>
          <a:bodyPr/>
          <a:lstStyle/>
          <a:p>
            <a:pPr lvl="0">
              <a:defRPr/>
            </a:pPr>
            <a:r>
              <a:rPr lang="en-US" sz="3800" b="1"/>
              <a:t>5. Agar berilgan so’zning oxirgi xarfi ‘a’ bolsa yaxshi aks xolda yomon degan sozni ekrang chiqaring </a:t>
            </a:r>
            <a:br>
              <a:rPr lang="en-US" altLang="ko-KR" sz="3800" b="1"/>
            </a:br>
            <a:r>
              <a:rPr lang="en-US" altLang="ko-KR" sz="3600"/>
              <a:t>soz = input("So'z kiriting: ")</a:t>
            </a:r>
            <a:endParaRPr lang="en-US" altLang="ko-KR" sz="3600"/>
          </a:p>
          <a:p>
            <a:pPr lvl="0">
              <a:defRPr/>
            </a:pPr>
            <a:endParaRPr lang="en-US" altLang="ko-KR" sz="3600"/>
          </a:p>
          <a:p>
            <a:pPr lvl="0">
              <a:defRPr/>
            </a:pPr>
            <a:r>
              <a:rPr lang="en-US" altLang="ko-KR" sz="3600"/>
              <a:t>if soz[-1] == 'a':</a:t>
            </a:r>
            <a:endParaRPr lang="en-US" altLang="ko-KR" sz="3600"/>
          </a:p>
          <a:p>
            <a:pPr lvl="0">
              <a:defRPr/>
            </a:pPr>
            <a:r>
              <a:rPr lang="en-US" altLang="ko-KR" sz="3600"/>
              <a:t>    print("yaxshi")</a:t>
            </a:r>
            <a:endParaRPr lang="en-US" altLang="ko-KR" sz="3600"/>
          </a:p>
          <a:p>
            <a:pPr lvl="0">
              <a:defRPr/>
            </a:pPr>
            <a:r>
              <a:rPr lang="en-US" altLang="ko-KR" sz="3600"/>
              <a:t>else:</a:t>
            </a:r>
            <a:endParaRPr lang="en-US" altLang="ko-KR" sz="3600"/>
          </a:p>
          <a:p>
            <a:pPr lvl="0">
              <a:defRPr/>
            </a:pPr>
            <a:r>
              <a:rPr lang="en-US" altLang="ko-KR" sz="3600"/>
              <a:t>    print("yomon")</a:t>
            </a:r>
            <a:endParaRPr lang="en-US" altLang="ko-KR" sz="3600"/>
          </a:p>
          <a:p>
            <a:pPr lvl="0">
              <a:defRPr/>
            </a:pPr>
            <a:br>
              <a:rPr lang="en-US" altLang="ko-KR" sz="3800" b="1"/>
            </a:br>
            <a:endParaRPr lang="en-US" altLang="ko-KR" sz="3800" b="1"/>
          </a:p>
        </p:txBody>
      </p:sp>
    </p:spTree>
    <p:extLst>
      <p:ext uri="{BB962C8B-B14F-4D97-AF65-F5344CB8AC3E}">
        <p14:creationId xmlns:p14="http://schemas.microsoft.com/office/powerpoint/2010/main" val="1803775657"/>
      </p:ext>
    </p:extLst>
  </p:cSld>
  <p:clrMapOvr>
    <a:masterClrMapping/>
  </p:clrMapOvr>
</p:sld>
</file>

<file path=ppt/slides/slide1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838200" y="255520"/>
            <a:ext cx="10515600" cy="6346960"/>
          </a:xfrm>
        </p:spPr>
        <p:txBody>
          <a:bodyPr/>
          <a:lstStyle/>
          <a:p>
            <a:pPr lvl="0">
              <a:defRPr/>
            </a:pPr>
            <a:r>
              <a:rPr lang="en-US" sz="3700" b="1"/>
              <a:t>6. Agar berilgan so’zning bosh xarfi ‘b’ va oxirgi xarfi ‘a’ bolsa yaxshi aks xolda yomon degan sozni ekrang chiqaring </a:t>
            </a:r>
            <a:br>
              <a:rPr lang="en-US" altLang="ko-KR" sz="3700" b="1"/>
            </a:br>
            <a:r>
              <a:rPr lang="en-US" altLang="ko-KR" sz="3500"/>
              <a:t>soz = input("So'z kiriting: ")</a:t>
            </a:r>
            <a:endParaRPr lang="en-US" altLang="ko-KR" sz="3500"/>
          </a:p>
          <a:p>
            <a:pPr lvl="0">
              <a:defRPr/>
            </a:pPr>
            <a:endParaRPr lang="en-US" altLang="ko-KR" sz="3500"/>
          </a:p>
          <a:p>
            <a:pPr lvl="0">
              <a:defRPr/>
            </a:pPr>
            <a:r>
              <a:rPr lang="en-US" altLang="ko-KR" sz="3500"/>
              <a:t>if soz[0] == 'b' and soz[-1] == 'a':</a:t>
            </a:r>
            <a:endParaRPr lang="en-US" altLang="ko-KR" sz="3500"/>
          </a:p>
          <a:p>
            <a:pPr lvl="0">
              <a:defRPr/>
            </a:pPr>
            <a:r>
              <a:rPr lang="en-US" altLang="ko-KR" sz="3500"/>
              <a:t>    print("yaxshi")</a:t>
            </a:r>
            <a:endParaRPr lang="en-US" altLang="ko-KR" sz="3500"/>
          </a:p>
          <a:p>
            <a:pPr lvl="0">
              <a:defRPr/>
            </a:pPr>
            <a:r>
              <a:rPr lang="en-US" altLang="ko-KR" sz="3500"/>
              <a:t>else:</a:t>
            </a:r>
            <a:endParaRPr lang="en-US" altLang="ko-KR" sz="3500"/>
          </a:p>
          <a:p>
            <a:pPr lvl="0">
              <a:defRPr/>
            </a:pPr>
            <a:r>
              <a:rPr lang="en-US" altLang="ko-KR" sz="3500"/>
              <a:t>    print("yomon")</a:t>
            </a:r>
            <a:endParaRPr lang="en-US" altLang="ko-KR" sz="3500"/>
          </a:p>
          <a:p>
            <a:pPr lvl="0">
              <a:defRPr/>
            </a:pPr>
            <a:endParaRPr lang="en-US" altLang="ko-KR" sz="3500" b="0"/>
          </a:p>
        </p:txBody>
      </p:sp>
    </p:spTree>
    <p:extLst>
      <p:ext uri="{BB962C8B-B14F-4D97-AF65-F5344CB8AC3E}">
        <p14:creationId xmlns:p14="http://schemas.microsoft.com/office/powerpoint/2010/main" val="4285771649"/>
      </p:ext>
    </p:extLst>
  </p:cSld>
  <p:clrMapOvr>
    <a:masterClrMapping/>
  </p:clrMapOvr>
</p:sld>
</file>

<file path=ppt/slides/slide1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838200" y="365125"/>
            <a:ext cx="10515600" cy="6346960"/>
          </a:xfrm>
        </p:spPr>
        <p:txBody>
          <a:bodyPr/>
          <a:lstStyle/>
          <a:p>
            <a:pPr lvl="0">
              <a:defRPr/>
            </a:pPr>
            <a:r>
              <a:rPr lang="en-US"/>
              <a:t>7. Berilgan sonning musbat ekanligini isbotlang</a:t>
            </a:r>
            <a:br>
              <a:rPr lang="en-US" altLang="ko-KR"/>
            </a:br>
            <a:br>
              <a:rPr lang="en-US" altLang="ko-KR"/>
            </a:br>
            <a:r>
              <a:rPr lang="en-US" altLang="ko-KR"/>
              <a:t>son = int(input("Son kiriting: "))</a:t>
            </a:r>
            <a:endParaRPr lang="en-US" altLang="ko-KR"/>
          </a:p>
          <a:p>
            <a:pPr lvl="0">
              <a:defRPr/>
            </a:pPr>
            <a:endParaRPr lang="en-US" altLang="ko-KR"/>
          </a:p>
          <a:p>
            <a:pPr lvl="0">
              <a:defRPr/>
            </a:pPr>
            <a:r>
              <a:rPr lang="en-US" altLang="ko-KR"/>
              <a:t>if son &gt; 0:</a:t>
            </a:r>
            <a:endParaRPr lang="en-US" altLang="ko-KR"/>
          </a:p>
          <a:p>
            <a:pPr lvl="0">
              <a:defRPr/>
            </a:pPr>
            <a:r>
              <a:rPr lang="en-US" altLang="ko-KR"/>
              <a:t>    print("Son musbat")</a:t>
            </a:r>
            <a:endParaRPr lang="en-US" altLang="ko-KR"/>
          </a:p>
          <a:p>
            <a:pPr lvl="0">
              <a:defRPr/>
            </a:pPr>
            <a:r>
              <a:rPr lang="en-US" altLang="ko-KR"/>
              <a:t>else:</a:t>
            </a:r>
            <a:endParaRPr lang="en-US" altLang="ko-KR"/>
          </a:p>
          <a:p>
            <a:pPr lvl="0">
              <a:defRPr/>
            </a:pPr>
            <a:r>
              <a:rPr lang="en-US" altLang="ko-KR"/>
              <a:t>    print("Son musbat emas")</a:t>
            </a:r>
            <a:endParaRPr lang="en-US" altLang="ko-KR"/>
          </a:p>
          <a:p>
            <a:pPr lvl="0">
              <a:defRPr/>
            </a:pPr>
            <a:endParaRPr lang="en-US" altLang="ko-KR"/>
          </a:p>
        </p:txBody>
      </p:sp>
    </p:spTree>
    <p:extLst>
      <p:ext uri="{BB962C8B-B14F-4D97-AF65-F5344CB8AC3E}">
        <p14:creationId xmlns:p14="http://schemas.microsoft.com/office/powerpoint/2010/main" val="2389520759"/>
      </p:ext>
    </p:extLst>
  </p:cSld>
  <p:clrMapOvr>
    <a:masterClrMapping/>
  </p:clrMapOvr>
</p:sld>
</file>

<file path=ppt/slides/slide2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838200" y="255520"/>
            <a:ext cx="10515600" cy="6346960"/>
          </a:xfrm>
        </p:spPr>
        <p:txBody>
          <a:bodyPr/>
          <a:lstStyle/>
          <a:p>
            <a:pPr lvl="0">
              <a:defRPr/>
            </a:pPr>
            <a:r>
              <a:rPr lang="en-US" sz="4000"/>
              <a:t>8. Berilgan sonning manfiy ekanligini isbotlang</a:t>
            </a:r>
            <a:br>
              <a:rPr lang="en-US" altLang="ko-KR" sz="4000"/>
            </a:br>
            <a:br>
              <a:rPr lang="en-US" altLang="ko-KR" sz="4000"/>
            </a:br>
            <a:r>
              <a:rPr lang="en-US" altLang="ko-KR" sz="4000"/>
              <a:t>son = int(input("Son kiriting: "))</a:t>
            </a:r>
            <a:endParaRPr lang="en-US" altLang="ko-KR" sz="4000"/>
          </a:p>
          <a:p>
            <a:pPr lvl="0">
              <a:defRPr/>
            </a:pPr>
            <a:endParaRPr lang="en-US" altLang="ko-KR" sz="4000"/>
          </a:p>
          <a:p>
            <a:pPr lvl="0">
              <a:defRPr/>
            </a:pPr>
            <a:r>
              <a:rPr lang="en-US" altLang="ko-KR" sz="4000"/>
              <a:t>if son &lt; 0:</a:t>
            </a:r>
            <a:endParaRPr lang="en-US" altLang="ko-KR" sz="4000"/>
          </a:p>
          <a:p>
            <a:pPr lvl="0">
              <a:defRPr/>
            </a:pPr>
            <a:r>
              <a:rPr lang="en-US" altLang="ko-KR" sz="4000"/>
              <a:t>    print("Son manfiy")</a:t>
            </a:r>
            <a:endParaRPr lang="en-US" altLang="ko-KR" sz="4000"/>
          </a:p>
          <a:p>
            <a:pPr lvl="0">
              <a:defRPr/>
            </a:pPr>
            <a:r>
              <a:rPr lang="en-US" altLang="ko-KR" sz="4000"/>
              <a:t>else:</a:t>
            </a:r>
            <a:endParaRPr lang="en-US" altLang="ko-KR" sz="4000"/>
          </a:p>
          <a:p>
            <a:pPr lvl="0">
              <a:defRPr/>
            </a:pPr>
            <a:r>
              <a:rPr lang="en-US" altLang="ko-KR" sz="4000"/>
              <a:t>    print("Son manfiy emas")</a:t>
            </a:r>
            <a:endParaRPr lang="en-US" altLang="ko-KR" sz="4000"/>
          </a:p>
          <a:p>
            <a:pPr lvl="0">
              <a:defRPr/>
            </a:pPr>
            <a:endParaRPr lang="en-US" altLang="ko-KR" sz="4000"/>
          </a:p>
        </p:txBody>
      </p:sp>
    </p:spTree>
    <p:extLst>
      <p:ext uri="{BB962C8B-B14F-4D97-AF65-F5344CB8AC3E}">
        <p14:creationId xmlns:p14="http://schemas.microsoft.com/office/powerpoint/2010/main" val="1192822572"/>
      </p:ext>
    </p:extLst>
  </p:cSld>
  <p:clrMapOvr>
    <a:masterClrMapping/>
  </p:clrMapOvr>
</p:sld>
</file>

<file path=ppt/slides/slide2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838200" y="365125"/>
            <a:ext cx="10515600" cy="6346960"/>
          </a:xfrm>
        </p:spPr>
        <p:txBody>
          <a:bodyPr/>
          <a:lstStyle/>
          <a:p>
            <a:pPr lvl="0">
              <a:defRPr/>
            </a:pPr>
            <a:r>
              <a:rPr lang="en-US"/>
              <a:t>9. Berilgan sonning nol ekanligini isbotlang</a:t>
            </a:r>
            <a:br>
              <a:rPr lang="en-US" altLang="ko-KR"/>
            </a:br>
            <a:r>
              <a:rPr lang="en-US" altLang="ko-KR" sz="4200"/>
              <a:t>son = int(input("Son kiriting: "))</a:t>
            </a:r>
            <a:endParaRPr lang="en-US" altLang="ko-KR" sz="4200"/>
          </a:p>
          <a:p>
            <a:pPr lvl="0">
              <a:defRPr/>
            </a:pPr>
            <a:endParaRPr lang="en-US" altLang="ko-KR" sz="4200"/>
          </a:p>
          <a:p>
            <a:pPr lvl="0">
              <a:defRPr/>
            </a:pPr>
            <a:r>
              <a:rPr lang="en-US" altLang="ko-KR" sz="4200"/>
              <a:t>if son == 0:</a:t>
            </a:r>
            <a:endParaRPr lang="en-US" altLang="ko-KR" sz="4200"/>
          </a:p>
          <a:p>
            <a:pPr lvl="0">
              <a:defRPr/>
            </a:pPr>
            <a:r>
              <a:rPr lang="en-US" altLang="ko-KR" sz="4200"/>
              <a:t>    print("Son nol")</a:t>
            </a:r>
            <a:endParaRPr lang="en-US" altLang="ko-KR" sz="4200"/>
          </a:p>
          <a:p>
            <a:pPr lvl="0">
              <a:defRPr/>
            </a:pPr>
            <a:r>
              <a:rPr lang="en-US" altLang="ko-KR" sz="4200"/>
              <a:t>else:</a:t>
            </a:r>
            <a:endParaRPr lang="en-US" altLang="ko-KR" sz="4200"/>
          </a:p>
          <a:p>
            <a:pPr lvl="0">
              <a:defRPr/>
            </a:pPr>
            <a:r>
              <a:rPr lang="en-US" altLang="ko-KR" sz="4200"/>
              <a:t>    print("Son nol emas")</a:t>
            </a:r>
            <a:endParaRPr lang="en-US" altLang="ko-KR"/>
          </a:p>
          <a:p>
            <a:pPr lvl="0" algn="ctr">
              <a:defRPr/>
            </a:pPr>
            <a:endParaRPr lang="en-US" altLang="ko-KR"/>
          </a:p>
        </p:txBody>
      </p:sp>
    </p:spTree>
    <p:extLst>
      <p:ext uri="{BB962C8B-B14F-4D97-AF65-F5344CB8AC3E}">
        <p14:creationId xmlns:p14="http://schemas.microsoft.com/office/powerpoint/2010/main" val="1795368456"/>
      </p:ext>
    </p:extLst>
  </p:cSld>
  <p:clrMapOvr>
    <a:masterClrMapping/>
  </p:clrMapOvr>
</p:sld>
</file>

<file path=ppt/slides/slide2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838200" y="365125"/>
            <a:ext cx="10515600" cy="6346960"/>
          </a:xfrm>
        </p:spPr>
        <p:txBody>
          <a:bodyPr/>
          <a:lstStyle/>
          <a:p>
            <a:pPr lvl="0">
              <a:defRPr/>
            </a:pPr>
            <a:r>
              <a:rPr lang="en-US"/>
              <a:t>10. Berilgan sonning 2 ga bolinishini isbotlang</a:t>
            </a:r>
            <a:br>
              <a:rPr lang="en-US" altLang="ko-KR"/>
            </a:br>
            <a:br>
              <a:rPr lang="en-US" altLang="ko-KR"/>
            </a:br>
            <a:r>
              <a:rPr lang="en-US" altLang="ko-KR" sz="4000"/>
              <a:t>son = int(input("Son kiriting: "))</a:t>
            </a:r>
            <a:endParaRPr lang="en-US" altLang="ko-KR" sz="4000"/>
          </a:p>
          <a:p>
            <a:pPr lvl="0">
              <a:defRPr/>
            </a:pPr>
            <a:endParaRPr lang="en-US" altLang="ko-KR" sz="4000"/>
          </a:p>
          <a:p>
            <a:pPr lvl="0">
              <a:defRPr/>
            </a:pPr>
            <a:r>
              <a:rPr lang="en-US" altLang="ko-KR" sz="4000"/>
              <a:t>if son % 2 == 0:</a:t>
            </a:r>
            <a:endParaRPr lang="en-US" altLang="ko-KR" sz="4000"/>
          </a:p>
          <a:p>
            <a:pPr lvl="0">
              <a:defRPr/>
            </a:pPr>
            <a:r>
              <a:rPr lang="en-US" altLang="ko-KR" sz="4000"/>
              <a:t>    print("Son 2 ga bo‘linadi")</a:t>
            </a:r>
            <a:endParaRPr lang="en-US" altLang="ko-KR" sz="4000"/>
          </a:p>
          <a:p>
            <a:pPr lvl="0">
              <a:defRPr/>
            </a:pPr>
            <a:r>
              <a:rPr lang="en-US" altLang="ko-KR" sz="4000"/>
              <a:t>else:</a:t>
            </a:r>
            <a:endParaRPr lang="en-US" altLang="ko-KR" sz="4000"/>
          </a:p>
          <a:p>
            <a:pPr lvl="0">
              <a:defRPr/>
            </a:pPr>
            <a:r>
              <a:rPr lang="en-US" altLang="ko-KR" sz="4000"/>
              <a:t>    print("Son 2 ga bo‘linmaydi")</a:t>
            </a:r>
            <a:endParaRPr lang="en-US" altLang="ko-KR"/>
          </a:p>
          <a:p>
            <a:pPr lvl="0" algn="ctr">
              <a:defRPr/>
            </a:pPr>
            <a:endParaRPr lang="en-US" altLang="ko-KR"/>
          </a:p>
        </p:txBody>
      </p:sp>
    </p:spTree>
    <p:extLst>
      <p:ext uri="{BB962C8B-B14F-4D97-AF65-F5344CB8AC3E}">
        <p14:creationId xmlns:p14="http://schemas.microsoft.com/office/powerpoint/2010/main" val="28048862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7D0A4-5C10-3BD9-C3FC-6DB0D5CB0C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BE42EA-5A76-07F3-DF7A-BEA789CA3948}"/>
              </a:ext>
            </a:extLst>
          </p:cNvPr>
          <p:cNvSpPr>
            <a:spLocks noGrp="1"/>
          </p:cNvSpPr>
          <p:nvPr>
            <p:ph type="title"/>
          </p:nvPr>
        </p:nvSpPr>
        <p:spPr>
          <a:xfrm>
            <a:off x="838200" y="365125"/>
            <a:ext cx="10515600" cy="6346960"/>
          </a:xfrm>
        </p:spPr>
        <p:txBody>
          <a:bodyPr/>
          <a:lstStyle/>
          <a:p>
            <a:pPr algn="ctr"/>
            <a:r>
              <a:rPr lang="en-US" dirty="0"/>
              <a:t>ML coding(4-minut)</a:t>
            </a:r>
          </a:p>
        </p:txBody>
      </p:sp>
    </p:spTree>
    <p:extLst>
      <p:ext uri="{BB962C8B-B14F-4D97-AF65-F5344CB8AC3E}">
        <p14:creationId xmlns:p14="http://schemas.microsoft.com/office/powerpoint/2010/main" val="3287025413"/>
      </p:ext>
    </p:extLst>
  </p:cSld>
  <p:clrMapOvr>
    <a:masterClrMapping/>
  </p:clrMapOvr>
</p:sld>
</file>

<file path=ppt/slides/slide2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838200" y="365125"/>
            <a:ext cx="10515600" cy="6346960"/>
          </a:xfrm>
        </p:spPr>
        <p:txBody>
          <a:bodyPr>
            <a:normAutofit fontScale="90000"/>
          </a:bodyPr>
          <a:lstStyle/>
          <a:p>
            <a:pPr lvl="0">
              <a:defRPr/>
            </a:pPr>
            <a:r>
              <a:rPr lang="en-US"/>
              <a:t>1. Mean orqali to’ldiring</a:t>
            </a:r>
            <a:br>
              <a:rPr lang="en-US" altLang="ko-KR"/>
            </a:br>
            <a:br>
              <a:rPr lang="en-US" altLang="ko-KR" sz="4111"/>
            </a:br>
            <a:r>
              <a:rPr lang="en-US" altLang="ko-KR" sz="4111"/>
              <a:t>import pandas as pd</a:t>
            </a:r>
            <a:endParaRPr lang="en-US" altLang="ko-KR" sz="4111"/>
          </a:p>
          <a:p>
            <a:pPr lvl="0">
              <a:defRPr/>
            </a:pPr>
            <a:endParaRPr lang="en-US" altLang="ko-KR" sz="4111"/>
          </a:p>
          <a:p>
            <a:pPr lvl="0">
              <a:defRPr/>
            </a:pPr>
            <a:r>
              <a:rPr lang="en-US" altLang="ko-KR" sz="4111"/>
              <a:t>data = {'Age': [20, 22, None, 24]}</a:t>
            </a:r>
            <a:endParaRPr lang="en-US" altLang="ko-KR" sz="4111"/>
          </a:p>
          <a:p>
            <a:pPr lvl="0">
              <a:defRPr/>
            </a:pPr>
            <a:r>
              <a:rPr lang="en-US" altLang="ko-KR" sz="4111"/>
              <a:t>df = pd.DataFrame(data)</a:t>
            </a:r>
            <a:endParaRPr lang="en-US" altLang="ko-KR" sz="4111"/>
          </a:p>
          <a:p>
            <a:pPr lvl="0">
              <a:defRPr/>
            </a:pPr>
            <a:endParaRPr lang="en-US" altLang="ko-KR" sz="4111"/>
          </a:p>
          <a:p>
            <a:pPr lvl="0">
              <a:defRPr/>
            </a:pPr>
            <a:r>
              <a:rPr lang="en-US" altLang="ko-KR" sz="4111"/>
              <a:t>df['Age'] = df['Age'].fillna(df['Age'].mean())</a:t>
            </a:r>
            <a:endParaRPr lang="en-US" altLang="ko-KR" sz="4111"/>
          </a:p>
          <a:p>
            <a:pPr lvl="0">
              <a:defRPr/>
            </a:pPr>
            <a:endParaRPr lang="en-US" altLang="ko-KR" sz="4111"/>
          </a:p>
          <a:p>
            <a:pPr lvl="0">
              <a:defRPr/>
            </a:pPr>
            <a:r>
              <a:rPr lang="en-US" altLang="ko-KR" sz="4111"/>
              <a:t>print(df)</a:t>
            </a:r>
            <a:endParaRPr lang="en-US" altLang="ko-KR"/>
          </a:p>
          <a:p>
            <a:pPr lvl="0" algn="ctr">
              <a:defRPr/>
            </a:pPr>
            <a:br>
              <a:rPr lang="en-US" altLang="ko-KR"/>
            </a:br>
            <a:endParaRPr lang="en-US" altLang="ko-KR"/>
          </a:p>
        </p:txBody>
      </p:sp>
    </p:spTree>
    <p:extLst>
      <p:ext uri="{BB962C8B-B14F-4D97-AF65-F5344CB8AC3E}">
        <p14:creationId xmlns:p14="http://schemas.microsoft.com/office/powerpoint/2010/main" val="2713198014"/>
      </p:ext>
    </p:extLst>
  </p:cSld>
  <p:clrMapOvr>
    <a:masterClrMapping/>
  </p:clrMapOvr>
</p:sld>
</file>

<file path=ppt/slides/slide2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838200" y="365125"/>
            <a:ext cx="10515600" cy="6346960"/>
          </a:xfrm>
        </p:spPr>
        <p:txBody>
          <a:bodyPr/>
          <a:lstStyle/>
          <a:p>
            <a:pPr lvl="0">
              <a:defRPr/>
            </a:pPr>
            <a:r>
              <a:rPr lang="en-US"/>
              <a:t>2. Mode orqali to’ldiring</a:t>
            </a:r>
            <a:br>
              <a:rPr lang="en-US" altLang="ko-KR"/>
            </a:br>
            <a:br>
              <a:rPr lang="en-US" altLang="ko-KR"/>
            </a:br>
            <a:r>
              <a:rPr lang="en-US" altLang="ko-KR" sz="4100"/>
              <a:t>data = {'Color': ['Red', 'Blue', None, 'Red', 'Green']}</a:t>
            </a:r>
            <a:endParaRPr lang="en-US" altLang="ko-KR" sz="4100"/>
          </a:p>
          <a:p>
            <a:pPr lvl="0">
              <a:defRPr/>
            </a:pPr>
            <a:r>
              <a:rPr lang="en-US" altLang="ko-KR" sz="4100"/>
              <a:t>df = pd.DataFrame(data)</a:t>
            </a:r>
            <a:endParaRPr lang="en-US" altLang="ko-KR" sz="4100"/>
          </a:p>
          <a:p>
            <a:pPr lvl="0">
              <a:defRPr/>
            </a:pPr>
            <a:endParaRPr lang="en-US" altLang="ko-KR" sz="4100"/>
          </a:p>
          <a:p>
            <a:pPr lvl="0">
              <a:defRPr/>
            </a:pPr>
            <a:r>
              <a:rPr lang="en-US" altLang="ko-KR" sz="4100"/>
              <a:t>df['Color'] = df['Color'].fillna(df['Color'].mode()[0])</a:t>
            </a:r>
            <a:endParaRPr lang="en-US" altLang="ko-KR" sz="4100"/>
          </a:p>
          <a:p>
            <a:pPr lvl="0">
              <a:defRPr/>
            </a:pPr>
            <a:endParaRPr lang="en-US" altLang="ko-KR" sz="4100"/>
          </a:p>
          <a:p>
            <a:pPr lvl="0">
              <a:defRPr/>
            </a:pPr>
            <a:r>
              <a:rPr lang="en-US" altLang="ko-KR" sz="4100"/>
              <a:t>print(df)</a:t>
            </a:r>
            <a:endParaRPr lang="en-US" altLang="ko-KR" sz="4100"/>
          </a:p>
        </p:txBody>
      </p:sp>
    </p:spTree>
    <p:extLst>
      <p:ext uri="{BB962C8B-B14F-4D97-AF65-F5344CB8AC3E}">
        <p14:creationId xmlns:p14="http://schemas.microsoft.com/office/powerpoint/2010/main" val="2917997557"/>
      </p:ext>
    </p:extLst>
  </p:cSld>
  <p:clrMapOvr>
    <a:masterClrMapping/>
  </p:clrMapOvr>
</p:sld>
</file>

<file path=ppt/slides/slide2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838200" y="365125"/>
            <a:ext cx="10515600" cy="6346960"/>
          </a:xfrm>
        </p:spPr>
        <p:txBody>
          <a:bodyPr/>
          <a:lstStyle/>
          <a:p>
            <a:pPr lvl="0">
              <a:defRPr/>
            </a:pPr>
            <a:r>
              <a:rPr lang="en-US"/>
              <a:t>3. Median orqali to’ldiring</a:t>
            </a:r>
            <a:endParaRPr lang="en-US" altLang="ko-KR" sz="4000"/>
          </a:p>
          <a:p>
            <a:pPr lvl="0">
              <a:defRPr/>
            </a:pPr>
            <a:endParaRPr lang="en-US" altLang="ko-KR" sz="4000"/>
          </a:p>
          <a:p>
            <a:pPr lvl="0">
              <a:defRPr/>
            </a:pPr>
            <a:r>
              <a:rPr lang="en-US" altLang="ko-KR" sz="4000"/>
              <a:t>data = {'Age': [20, 22, None, 24, 100]}</a:t>
            </a:r>
            <a:endParaRPr lang="en-US" altLang="ko-KR" sz="4000"/>
          </a:p>
          <a:p>
            <a:pPr lvl="0">
              <a:defRPr/>
            </a:pPr>
            <a:r>
              <a:rPr lang="en-US" altLang="ko-KR" sz="4000"/>
              <a:t>df = pd.DataFrame(data)</a:t>
            </a:r>
            <a:endParaRPr lang="en-US" altLang="ko-KR" sz="4000"/>
          </a:p>
          <a:p>
            <a:pPr lvl="0">
              <a:defRPr/>
            </a:pPr>
            <a:endParaRPr lang="en-US" altLang="ko-KR" sz="4000"/>
          </a:p>
          <a:p>
            <a:pPr lvl="0">
              <a:defRPr/>
            </a:pPr>
            <a:r>
              <a:rPr lang="en-US" altLang="ko-KR" sz="4000"/>
              <a:t>df['Age'] = df['Age'].fillna(df['Age'].median())</a:t>
            </a:r>
            <a:endParaRPr lang="en-US" altLang="ko-KR" sz="4000"/>
          </a:p>
          <a:p>
            <a:pPr lvl="0">
              <a:defRPr/>
            </a:pPr>
            <a:endParaRPr lang="en-US" altLang="ko-KR" sz="4000"/>
          </a:p>
          <a:p>
            <a:pPr lvl="0">
              <a:defRPr/>
            </a:pPr>
            <a:r>
              <a:rPr lang="en-US" altLang="ko-KR" sz="4000"/>
              <a:t>print(df)</a:t>
            </a:r>
            <a:endParaRPr lang="en-US" altLang="ko-KR"/>
          </a:p>
          <a:p>
            <a:pPr lvl="0" algn="ctr">
              <a:defRPr/>
            </a:pPr>
            <a:endParaRPr lang="en-US" altLang="ko-KR"/>
          </a:p>
        </p:txBody>
      </p:sp>
    </p:spTree>
    <p:extLst>
      <p:ext uri="{BB962C8B-B14F-4D97-AF65-F5344CB8AC3E}">
        <p14:creationId xmlns:p14="http://schemas.microsoft.com/office/powerpoint/2010/main" val="1075533196"/>
      </p:ext>
    </p:extLst>
  </p:cSld>
  <p:clrMapOvr>
    <a:masterClrMapping/>
  </p:clrMapOvr>
</p:sld>
</file>

<file path=ppt/slides/slide2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838200" y="365125"/>
            <a:ext cx="10515600" cy="6346960"/>
          </a:xfrm>
        </p:spPr>
        <p:txBody>
          <a:bodyPr/>
          <a:lstStyle/>
          <a:p>
            <a:pPr lvl="0" algn="ctr">
              <a:defRPr/>
            </a:pPr>
            <a:r>
              <a:rPr lang="en-US"/>
              <a:t>4. Fixed qiymat bn to’ldiring</a:t>
            </a:r>
            <a:endParaRPr lang="en-US" altLang="ko-KR"/>
          </a:p>
          <a:p>
            <a:pPr lvl="0" algn="ctr">
              <a:defRPr/>
            </a:pPr>
            <a:endParaRPr lang="en-US" altLang="ko-KR"/>
          </a:p>
          <a:p>
            <a:pPr lvl="0">
              <a:defRPr/>
            </a:pPr>
            <a:r>
              <a:rPr lang="en-US" altLang="ko-KR" sz="4000"/>
              <a:t>data = {'Age': [20, None, 22, None]}</a:t>
            </a:r>
            <a:endParaRPr lang="en-US" altLang="ko-KR" sz="4000"/>
          </a:p>
          <a:p>
            <a:pPr lvl="0">
              <a:defRPr/>
            </a:pPr>
            <a:r>
              <a:rPr lang="en-US" altLang="ko-KR" sz="4000"/>
              <a:t>df = pd.DataFrame(data)</a:t>
            </a:r>
            <a:endParaRPr lang="en-US" altLang="ko-KR" sz="4000"/>
          </a:p>
          <a:p>
            <a:pPr lvl="0">
              <a:defRPr/>
            </a:pPr>
            <a:endParaRPr lang="en-US" altLang="ko-KR" sz="4000"/>
          </a:p>
          <a:p>
            <a:pPr lvl="0">
              <a:defRPr/>
            </a:pPr>
            <a:r>
              <a:rPr lang="en-US" altLang="ko-KR" sz="4000"/>
              <a:t>df['Age'] = df['Age'].fillna(0)   # fixed qiymat = 0</a:t>
            </a:r>
            <a:endParaRPr lang="en-US" altLang="ko-KR" sz="4000"/>
          </a:p>
          <a:p>
            <a:pPr lvl="0">
              <a:defRPr/>
            </a:pPr>
            <a:endParaRPr lang="en-US" altLang="ko-KR" sz="4000"/>
          </a:p>
          <a:p>
            <a:pPr lvl="0">
              <a:defRPr/>
            </a:pPr>
            <a:r>
              <a:rPr lang="en-US" altLang="ko-KR" sz="4000"/>
              <a:t>print(df)</a:t>
            </a:r>
            <a:endParaRPr lang="en-US" altLang="ko-KR"/>
          </a:p>
          <a:p>
            <a:pPr lvl="0" algn="ctr">
              <a:defRPr/>
            </a:pPr>
            <a:endParaRPr lang="en-US" altLang="ko-KR"/>
          </a:p>
        </p:txBody>
      </p:sp>
    </p:spTree>
    <p:extLst>
      <p:ext uri="{BB962C8B-B14F-4D97-AF65-F5344CB8AC3E}">
        <p14:creationId xmlns:p14="http://schemas.microsoft.com/office/powerpoint/2010/main" val="891837136"/>
      </p:ext>
    </p:extLst>
  </p:cSld>
  <p:clrMapOvr>
    <a:masterClrMapping/>
  </p:clrMapOvr>
</p:sld>
</file>

<file path=ppt/slides/slide2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838200" y="365125"/>
            <a:ext cx="10515600" cy="6346960"/>
          </a:xfrm>
        </p:spPr>
        <p:txBody>
          <a:bodyPr>
            <a:noAutofit/>
          </a:bodyPr>
          <a:lstStyle/>
          <a:p>
            <a:pPr lvl="0" algn="ctr">
              <a:defRPr/>
            </a:pPr>
            <a:r>
              <a:rPr lang="en-US"/>
              <a:t>5. Istalgan ustunni tashlab yuboring</a:t>
            </a:r>
            <a:endParaRPr lang="en-US" altLang="ko-KR"/>
          </a:p>
          <a:p>
            <a:pPr lvl="0" algn="ctr">
              <a:defRPr/>
            </a:pPr>
            <a:endParaRPr lang="en-US" altLang="ko-KR"/>
          </a:p>
          <a:p>
            <a:pPr lvl="0">
              <a:defRPr/>
            </a:pPr>
            <a:r>
              <a:rPr lang="en-US" altLang="ko-KR" sz="3800"/>
              <a:t>df = pd.DataFrame({</a:t>
            </a:r>
            <a:endParaRPr lang="en-US" altLang="ko-KR" sz="3800"/>
          </a:p>
          <a:p>
            <a:pPr lvl="0">
              <a:defRPr/>
            </a:pPr>
            <a:r>
              <a:rPr lang="en-US" altLang="ko-KR" sz="3800"/>
              <a:t>    'ID': [1, 2, 3],</a:t>
            </a:r>
            <a:endParaRPr lang="en-US" altLang="ko-KR" sz="3800"/>
          </a:p>
          <a:p>
            <a:pPr lvl="0">
              <a:defRPr/>
            </a:pPr>
            <a:r>
              <a:rPr lang="en-US" altLang="ko-KR" sz="3800"/>
              <a:t>    'Age': [20, 22, 24],</a:t>
            </a:r>
            <a:endParaRPr lang="en-US" altLang="ko-KR" sz="3800"/>
          </a:p>
          <a:p>
            <a:pPr lvl="0">
              <a:defRPr/>
            </a:pPr>
            <a:r>
              <a:rPr lang="en-US" altLang="ko-KR" sz="3800"/>
              <a:t>    'Salary': [1000, 1200, 1400]</a:t>
            </a:r>
            <a:endParaRPr lang="en-US" altLang="ko-KR" sz="3800"/>
          </a:p>
          <a:p>
            <a:pPr lvl="0">
              <a:defRPr/>
            </a:pPr>
            <a:r>
              <a:rPr lang="en-US" altLang="ko-KR" sz="3800"/>
              <a:t>})</a:t>
            </a:r>
            <a:endParaRPr lang="en-US" altLang="ko-KR" sz="3800"/>
          </a:p>
          <a:p>
            <a:pPr lvl="0">
              <a:defRPr/>
            </a:pPr>
            <a:endParaRPr lang="en-US" altLang="ko-KR" sz="3800"/>
          </a:p>
          <a:p>
            <a:pPr lvl="0">
              <a:defRPr/>
            </a:pPr>
            <a:r>
              <a:rPr lang="en-US" altLang="ko-KR" sz="3800"/>
              <a:t>df = df.drop('ID', axis=1)</a:t>
            </a:r>
            <a:endParaRPr lang="en-US" altLang="ko-KR" sz="3800"/>
          </a:p>
          <a:p>
            <a:pPr lvl="0">
              <a:defRPr/>
            </a:pPr>
            <a:endParaRPr lang="en-US" altLang="ko-KR" sz="3800"/>
          </a:p>
          <a:p>
            <a:pPr lvl="0">
              <a:defRPr/>
            </a:pPr>
            <a:r>
              <a:rPr lang="en-US" altLang="ko-KR" sz="3800"/>
              <a:t>print(df)</a:t>
            </a:r>
            <a:endParaRPr lang="en-US" altLang="ko-KR" sz="3800"/>
          </a:p>
          <a:p>
            <a:pPr lvl="0">
              <a:defRPr/>
            </a:pPr>
            <a:endParaRPr lang="en-US" altLang="ko-KR" sz="3800"/>
          </a:p>
        </p:txBody>
      </p:sp>
    </p:spTree>
    <p:extLst>
      <p:ext uri="{BB962C8B-B14F-4D97-AF65-F5344CB8AC3E}">
        <p14:creationId xmlns:p14="http://schemas.microsoft.com/office/powerpoint/2010/main" val="203233791"/>
      </p:ext>
    </p:extLst>
  </p:cSld>
  <p:clrMapOvr>
    <a:masterClrMapping/>
  </p:clrMapOvr>
</p:sld>
</file>

<file path=ppt/slides/slide2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1A853-F04C-DCDA-078F-4607523B0F97}"/>
              </a:ext>
            </a:extLst>
          </p:cNvPr>
          <p:cNvSpPr>
            <a:spLocks noGrp="1"/>
          </p:cNvSpPr>
          <p:nvPr>
            <p:ph type="title"/>
          </p:nvPr>
        </p:nvSpPr>
        <p:spPr>
          <a:xfrm>
            <a:off x="838200" y="365125"/>
            <a:ext cx="10515600" cy="6346960"/>
          </a:xfrm>
        </p:spPr>
        <p:txBody>
          <a:bodyPr/>
          <a:lstStyle/>
          <a:p>
            <a:pPr algn="ctr"/>
            <a:r>
              <a:rPr lang="en-US" dirty="0"/>
              <a:t>6. </a:t>
            </a:r>
            <a:r>
              <a:rPr lang="en-US" dirty="0" err="1"/>
              <a:t>Qatorlar</a:t>
            </a:r>
            <a:r>
              <a:rPr lang="en-US" dirty="0"/>
              <a:t> </a:t>
            </a:r>
            <a:r>
              <a:rPr lang="en-US" dirty="0" err="1"/>
              <a:t>bo’yicha</a:t>
            </a:r>
            <a:r>
              <a:rPr lang="en-US" dirty="0"/>
              <a:t> </a:t>
            </a:r>
            <a:r>
              <a:rPr lang="en-US" dirty="0" err="1"/>
              <a:t>to’ldiring</a:t>
            </a:r>
            <a:endParaRPr lang="en-US" dirty="0"/>
          </a:p>
        </p:txBody>
      </p:sp>
    </p:spTree>
    <p:extLst>
      <p:ext uri="{BB962C8B-B14F-4D97-AF65-F5344CB8AC3E}">
        <p14:creationId xmlns:p14="http://schemas.microsoft.com/office/powerpoint/2010/main" val="27645180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328F7-EC95-F198-09F1-C4CAF32E1A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999C72-05B5-E8E9-D73C-FEBA653C2B4D}"/>
              </a:ext>
            </a:extLst>
          </p:cNvPr>
          <p:cNvSpPr>
            <a:spLocks noGrp="1"/>
          </p:cNvSpPr>
          <p:nvPr>
            <p:ph type="title"/>
          </p:nvPr>
        </p:nvSpPr>
        <p:spPr>
          <a:xfrm>
            <a:off x="838200" y="365125"/>
            <a:ext cx="10515600" cy="6346960"/>
          </a:xfrm>
        </p:spPr>
        <p:txBody>
          <a:bodyPr/>
          <a:lstStyle/>
          <a:p>
            <a:pPr algn="ctr"/>
            <a:r>
              <a:rPr lang="en-US" dirty="0"/>
              <a:t>7. Mode </a:t>
            </a:r>
            <a:r>
              <a:rPr lang="en-US" dirty="0" err="1"/>
              <a:t>orqali</a:t>
            </a:r>
            <a:r>
              <a:rPr lang="en-US" dirty="0"/>
              <a:t> </a:t>
            </a:r>
            <a:r>
              <a:rPr lang="en-US" dirty="0" err="1"/>
              <a:t>to’ldiring</a:t>
            </a:r>
            <a:endParaRPr lang="en-US" dirty="0"/>
          </a:p>
        </p:txBody>
      </p:sp>
    </p:spTree>
    <p:extLst>
      <p:ext uri="{BB962C8B-B14F-4D97-AF65-F5344CB8AC3E}">
        <p14:creationId xmlns:p14="http://schemas.microsoft.com/office/powerpoint/2010/main" val="39058476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B5CE4-7ED0-A090-B732-5F957C00CC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B0912E-1E93-D931-574A-F84AC44E14B3}"/>
              </a:ext>
            </a:extLst>
          </p:cNvPr>
          <p:cNvSpPr>
            <a:spLocks noGrp="1"/>
          </p:cNvSpPr>
          <p:nvPr>
            <p:ph type="title"/>
          </p:nvPr>
        </p:nvSpPr>
        <p:spPr>
          <a:xfrm>
            <a:off x="838200" y="365125"/>
            <a:ext cx="10515600" cy="6346960"/>
          </a:xfrm>
        </p:spPr>
        <p:txBody>
          <a:bodyPr/>
          <a:lstStyle/>
          <a:p>
            <a:pPr algn="ctr"/>
            <a:r>
              <a:rPr lang="en-US" dirty="0"/>
              <a:t>8. Median </a:t>
            </a:r>
            <a:r>
              <a:rPr lang="en-US" dirty="0" err="1"/>
              <a:t>orqali</a:t>
            </a:r>
            <a:r>
              <a:rPr lang="en-US" dirty="0"/>
              <a:t> </a:t>
            </a:r>
            <a:r>
              <a:rPr lang="en-US" dirty="0" err="1"/>
              <a:t>to’ldiring</a:t>
            </a:r>
            <a:endParaRPr lang="en-US" dirty="0"/>
          </a:p>
        </p:txBody>
      </p:sp>
    </p:spTree>
    <p:extLst>
      <p:ext uri="{BB962C8B-B14F-4D97-AF65-F5344CB8AC3E}">
        <p14:creationId xmlns:p14="http://schemas.microsoft.com/office/powerpoint/2010/main" val="20246194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A3050-54A9-5EE7-BCEC-B4F040E97A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3E8455-BD6C-3738-0A64-329FDFCFAB8A}"/>
              </a:ext>
            </a:extLst>
          </p:cNvPr>
          <p:cNvSpPr>
            <a:spLocks noGrp="1"/>
          </p:cNvSpPr>
          <p:nvPr>
            <p:ph type="title"/>
          </p:nvPr>
        </p:nvSpPr>
        <p:spPr>
          <a:xfrm>
            <a:off x="838200" y="365125"/>
            <a:ext cx="10515600" cy="6346960"/>
          </a:xfrm>
        </p:spPr>
        <p:txBody>
          <a:bodyPr/>
          <a:lstStyle/>
          <a:p>
            <a:pPr algn="ctr"/>
            <a:r>
              <a:rPr lang="en-US" dirty="0"/>
              <a:t>9. Mean </a:t>
            </a:r>
            <a:r>
              <a:rPr lang="en-US" dirty="0" err="1"/>
              <a:t>orqali</a:t>
            </a:r>
            <a:r>
              <a:rPr lang="en-US" dirty="0"/>
              <a:t> </a:t>
            </a:r>
            <a:r>
              <a:rPr lang="en-US" dirty="0" err="1"/>
              <a:t>to’ldiring</a:t>
            </a:r>
            <a:endParaRPr lang="en-US" dirty="0"/>
          </a:p>
        </p:txBody>
      </p:sp>
    </p:spTree>
    <p:extLst>
      <p:ext uri="{BB962C8B-B14F-4D97-AF65-F5344CB8AC3E}">
        <p14:creationId xmlns:p14="http://schemas.microsoft.com/office/powerpoint/2010/main" val="42383573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30EA2-9ED2-CC77-9AAB-064F970E66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39706E-8931-A616-D435-E722E86535E7}"/>
              </a:ext>
            </a:extLst>
          </p:cNvPr>
          <p:cNvSpPr>
            <a:spLocks noGrp="1"/>
          </p:cNvSpPr>
          <p:nvPr>
            <p:ph type="title"/>
          </p:nvPr>
        </p:nvSpPr>
        <p:spPr>
          <a:xfrm>
            <a:off x="838200" y="365125"/>
            <a:ext cx="10515600" cy="6346960"/>
          </a:xfrm>
        </p:spPr>
        <p:txBody>
          <a:bodyPr/>
          <a:lstStyle/>
          <a:p>
            <a:pPr algn="ctr"/>
            <a:r>
              <a:rPr lang="en-US" dirty="0"/>
              <a:t>10. Mode </a:t>
            </a:r>
            <a:r>
              <a:rPr lang="en-US" dirty="0" err="1"/>
              <a:t>orqali</a:t>
            </a:r>
            <a:r>
              <a:rPr lang="en-US" dirty="0"/>
              <a:t> </a:t>
            </a:r>
            <a:r>
              <a:rPr lang="en-US" dirty="0" err="1"/>
              <a:t>to’ldiring</a:t>
            </a:r>
            <a:endParaRPr lang="en-US" dirty="0"/>
          </a:p>
        </p:txBody>
      </p:sp>
    </p:spTree>
    <p:extLst>
      <p:ext uri="{BB962C8B-B14F-4D97-AF65-F5344CB8AC3E}">
        <p14:creationId xmlns:p14="http://schemas.microsoft.com/office/powerpoint/2010/main" val="2091831901"/>
      </p:ext>
    </p:extLst>
  </p:cSld>
  <p:clrMapOvr>
    <a:masterClrMapping/>
  </p:clrMapOvr>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Malgun Gothic"/>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Yu Gothic"/>
        <a:font script="Hang" typeface="Malgun Gothic"/>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Words>725</ep:Words>
  <ep:PresentationFormat>Widescreen</ep:PresentationFormat>
  <ep:Paragraphs>125</ep:Paragraphs>
  <ep:Slides>33</ep:Slides>
  <ep:Notes>0</ep:Notes>
  <ep:TotalTime>0</ep:TotalTime>
  <ep:HiddenSlides>0</ep:HiddenSlides>
  <ep:MMClips>0</ep:MMClips>
  <ep:HeadingPairs>
    <vt:vector size="4" baseType="variant">
      <vt:variant>
        <vt:lpstr>테마</vt:lpstr>
      </vt:variant>
      <vt:variant>
        <vt:i4>1</vt:i4>
      </vt:variant>
      <vt:variant>
        <vt:lpstr>슬라이드 제목</vt:lpstr>
      </vt:variant>
      <vt:variant>
        <vt:i4>33</vt:i4>
      </vt:variant>
    </vt:vector>
  </ep:HeadingPairs>
  <ep:TitlesOfParts>
    <vt:vector size="34" baseType="lpstr">
      <vt:lpstr>Office Theme</vt:lpstr>
      <vt:lpstr>Oraliq imtixon(Fundamentals)</vt:lpstr>
      <vt:lpstr>Oraliq imtixon</vt:lpstr>
      <vt:lpstr>Og’zaki savollar</vt:lpstr>
      <vt:lpstr>1. Supervised ML nima va  qanday turlarga bo’linadi? Supervised Machine Learning bu oldindan javobi ya’ni labeli bor ma’lumotlar bilan o’rganadigan mashina o’rganish turi.  Biz modelga savol + to’g’ri javob beramiz. Model shu misollardan qonuniyatni o’rganadi. Keyin yangi savollarga o’zi javob topadi.  Supervised ML 2ga bo’linadi. 1. Classification 2. Regression.  Huddi shunday classification ham 2ga bo’linadi. 1. Binary 2. Muli-class</vt:lpstr>
      <vt:lpstr>2. Data qanday bo’lishi kerak? Supervised ML uchun labeled data bo’lishi shart. X va Y juftlikda bo’ladi. Toza va sifatli bo’lishi kerak. Missing values kam bo’lishi, noto’g’ri qiymaylar yo’q bo’lishi kerak bo’ladi. Yetarli hajmda bo’lishi kerak. Model yaxshi o’rganishi uchun ko’p data kerak. kam bo’lsa overfitting sodir bo’la야, ko’p data bo’lsa yaxshi umumlashtira oladi. Balanslangan bo’lishi ma’qul.</vt:lpstr>
      <vt:lpstr>3. Data Preprocessing nima? qisqa aytadigan bo’lsak xom datani model tushunsa bo’ladigan holatga keltirish. Unda data cleaning, encoding, scaling, feature selection, data splitting bo’limlari bo’la야.</vt:lpstr>
      <vt:lpstr>4. Mean va Modeni farqi nimada? Mean - barcha sonlarni qo’shib, sonlar soniga bo’lsa Mode - Datasetda eng ko’p takrorlanga sonni chiqarib bera야. Mean - o’rtacha qiymat, barcha sonlarni ishlatadi, outlierga sezgir, faqat sonlar uchun bo’lsa, 반면으로 Mode - eng ko’p uchraydigan qiymat, faqat takrorlanishni ko’radi, outlierga ta’sir qilmaydi, son va kategoriyalar uchun ham bo’ladi.</vt:lpstr>
      <vt:lpstr>5. Regression va Classification nima va ularga  idea ayting? regression: Natija raqam (continuous value) bo’ladi. Model “qancha?”  degan savolga javob beradi. Idea: Uy narxini bashorat qilish. Mashina narxi, askiyanarxi prognozi Classification: toifani aniqlaydi. :Spam yoki spam emas, rasmda mushukmi yoki itmi.</vt:lpstr>
      <vt:lpstr>6. Tushurib qoldilgan qiymatlarni to’ldirish usullari va ular qanday ishlaydi? 1. Mean bilan to’ldirish (numeric data uchun), bo’sh joyga ustunning o’rtacha qiymati qo’yila야.  2. Median bilan to’ldirish. Numeric + outlier bor dataset uchun eng yaxshi.  3. Mode - kategorik data uchun.  4. Qatorni o’chirish df.drop() 5. Oldingi/ keyingi qiymat bilan to’ldirish.</vt:lpstr>
      <vt:lpstr>7. ML va AI da eng muhim element? Eng muhim element bu data. Oldinlar ham aytilganidek “Garbage in - garbage out”, model o’zi hech narsa bilmaydi, u faqat datadan o’rganadi. Shuning uchun data eng muhim.</vt:lpstr>
      <vt:lpstr>8. Median qanday ishlaydi? Median - bu ma’lumotlar tartiblanganidan keyin o’rtadagi qiymat. Avval sonlarni tartiblaymi (kichik -&gt; katta), o’rtadagi sonni olamiz. Agar sonlar juft bo’lsa o’rtadagi ikkita sonning o’rtachasi olina야.</vt:lpstr>
      <vt:lpstr>Python coding(2-minut)</vt:lpstr>
      <vt:lpstr>1. Agar berilgan son 2 ga bo’linsa yaxshi aks xolda yomon degan sozni ekrang chiqaring? number = int(input(”번호를 입력하세요: “)) if son % 2 == 0:      print(”Yaxshi”) else:      print(”Yomon”)</vt:lpstr>
      <vt:lpstr>2. Agar berilgan son musbat bo’lsa yaxshi aks xolda yomon degan sozni ekrang chiqaring? num = int(input(”son kiriting: “)) if num &gt; 0:      print(”Yaxshi”) else:       print(”yomon”)</vt:lpstr>
      <vt:lpstr>3. Agar berilgan 5 ga va 3 ga bolinsa yaxshi aks xolda yomon degan sozni ekrang chiqaring? num = int(input("Son kiriting: "))  if num % 5 == 0 and num % 3 == 0:     print("yaxshi") else:     print("yomon")</vt:lpstr>
      <vt:lpstr>4. Agar berilgan so’zning bosh xarfi ‘a’ bolsa yaxshi aks xolda yomon degan sozni ekrang chiqaring  soz = input("So'z kiriting: ")  if soz[0] == 'a':     print("yaxshi") else:     print("yomon")</vt:lpstr>
      <vt:lpstr>5. Agar berilgan so’zning oxirgi xarfi ‘a’ bolsa yaxshi aks xolda yomon degan sozni ekrang chiqaring  soz = input("So'z kiriting: ")  if soz[-1] == 'a':     print("yaxshi") else:     print("yomon")</vt:lpstr>
      <vt:lpstr>6. Agar berilgan so’zning bosh xarfi ‘b’ va oxirgi xarfi ‘a’ bolsa yaxshi aks xolda yomon degan sozni ekrang chiqaring  soz = input("So'z kiriting: ")  if soz[0] == 'b' and soz[-1] == 'a':     print("yaxshi") else:     print("yomon")</vt:lpstr>
      <vt:lpstr>7. Berilgan sonning musbat ekanligini isbotlang  son = int(input("Son kiriting: "))  if son &gt; 0:     print("Son musbat") else:     print("Son musbat emas")</vt:lpstr>
      <vt:lpstr>8. Berilgan sonning manfiy ekanligini isbotlang  son = int(input("Son kiriting: "))  if son &lt; 0:     print("Son manfiy") else:     print("Son manfiy emas")</vt:lpstr>
      <vt:lpstr>9. Berilgan sonning nol ekanligini isbotlang son = int(input("Son kiriting: "))  if son == 0:     print("Son nol") else:     print("Son nol emas")</vt:lpstr>
      <vt:lpstr>10. Berilgan sonning 2 ga bolinishini isbotlang  son = int(input("Son kiriting: "))  if son % 2 == 0:     print("Son 2 ga bo‘linadi") else:     print("Son 2 ga bo‘linmaydi")</vt:lpstr>
      <vt:lpstr>ML coding(4-minut)</vt:lpstr>
      <vt:lpstr>1. Mean orqali to’ldiring  import pandas as pd  data = {'Age': [20, 22, None, 24]} df = pd.DataFrame(data)  df['Age'] = df['Age'].fillna(df['Age'].mean())  print(df)</vt:lpstr>
      <vt:lpstr>2. Mode orqali to’ldiring  data = {'Color': ['Red', 'Blue', None, 'Red', 'Green']} df = pd.DataFrame(data)  df['Color'] = df['Color'].fillna(df['Color'].mode()[0])  print(df)</vt:lpstr>
      <vt:lpstr>3. Median orqali to’ldiring  data = {'Age': [20, 22, None, 24, 100]} df = pd.DataFrame(data)  df['Age'] = df['Age'].fillna(df['Age'].median())  print(df)</vt:lpstr>
      <vt:lpstr>4. Fixed qiymat bn to’ldiring  data = {'Age': [20, None, 22, None]} df = pd.DataFrame(data)  df['Age'] = df['Age'].fillna(0)   # fixed qiymat = 0  print(df)</vt:lpstr>
      <vt:lpstr>5. Istalgan ustunni tashlab yuboring  df = pd.DataFrame({     'ID': [1, 2, 3],     'Age': [20, 22, 24],     'Salary': [1000, 1200, 1400] })  df = df.drop('ID', axis=1)  print(df)</vt:lpstr>
      <vt:lpstr>6. Qatorlar bo’yicha to’ldiring</vt:lpstr>
      <vt:lpstr>7. Mode orqali to’ldiring</vt:lpstr>
      <vt:lpstr>8. Median orqali to’ldiring</vt:lpstr>
      <vt:lpstr>9. Mean orqali to’ldiring</vt:lpstr>
      <vt:lpstr>10. Mode orqali to’ldiring</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2025-06-26T06:15:12.000</dcterms:created>
  <dc:creator>Davronbek Malikov</dc:creator>
  <cp:lastModifiedBy>KITA office comp</cp:lastModifiedBy>
  <dcterms:modified xsi:type="dcterms:W3CDTF">2026-02-26T05:41:14.004</dcterms:modified>
  <cp:revision>33</cp:revision>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