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90D092-CE1D-4A80-B43D-28D311054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715ECC9-C49C-423E-9880-858C035843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4ED14E-9EEC-4824-8295-BC3EC7EC9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EA503-DBA4-494B-96E5-8671F59EE6CA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B64E2F-6F26-495A-B2CB-F271A2CC0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BB1645-B98D-404E-9222-7080429D1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B8A7-596D-4195-B5CF-E7AFB52DC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916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5EE5CA-D7F5-474B-946A-0E699FC9E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DD776D-372F-46A4-85BA-FFCE36F46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9798D0-1C6E-4D0D-B20B-ADC56420E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EA503-DBA4-494B-96E5-8671F59EE6CA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9370E2-3806-4D4C-8672-6F233DBC0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1A880D-FEDE-47D3-A279-7990AEA60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B8A7-596D-4195-B5CF-E7AFB52DC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7211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6C5CD4-B942-416D-AB58-595A9AA54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F1C8E7-50BD-4A3C-B430-2D36609F1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72A15D-7345-4942-927A-55680D05A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EA503-DBA4-494B-96E5-8671F59EE6CA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CD8AFC-9D3D-4FC8-A8B2-862730966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599D42-87B0-4313-B228-97F291E42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B8A7-596D-4195-B5CF-E7AFB52DC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91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1FC777-A528-427C-8F03-21FA06CBA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673549-E559-46D2-878C-5548F7C0FA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6FF092-8EAC-496A-9C7D-902B20EF8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4EFE66-B456-49F3-A2DA-1948BAB0B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EA503-DBA4-494B-96E5-8671F59EE6CA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786DD2-7C0A-4A9E-9D2C-15DD65DC5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C7A2FA-D4EF-44BD-91A4-7C5602D7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B8A7-596D-4195-B5CF-E7AFB52DC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350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A20A1F-BB93-4F37-88DA-77DD0EED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D38505-0ABA-4690-A2A7-B383583BF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8B97C04-EE09-4AE7-8AAC-E536D71A5D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BA30B82-B461-44D6-A6FB-E60EB10E56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523C3DE-3C23-4554-B190-47DE083CF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1D22A65-17D9-47B0-83A1-13F1E8B27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EA503-DBA4-494B-96E5-8671F59EE6CA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C464E80-C98D-4FDE-B129-91B61FFAC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1A2DD1B-1F5C-414F-AE5F-5F67C59E2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B8A7-596D-4195-B5CF-E7AFB52DC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5555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C956C9-D0F9-4750-B2F0-23A23D835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D075FBE-5288-446D-9AFB-270922A43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EA503-DBA4-494B-96E5-8671F59EE6CA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D1C6CD5-4E58-4057-BE04-7E893998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5C19DFD-37B9-4D9F-B305-5E5D3C285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B8A7-596D-4195-B5CF-E7AFB52DC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2549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0DC0184-F3C1-4057-A12A-06304BB0C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EA503-DBA4-494B-96E5-8671F59EE6CA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ACA3C90-A21E-4142-8BFE-5C343CEFC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3A6D5D-58AD-4280-9ABA-9CC23800F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B8A7-596D-4195-B5CF-E7AFB52DC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2267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088BC7-CD32-4203-B906-5B7DDD93B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A2C6F6-83A4-482F-878E-9A49BEF15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997E966-9AF0-45CF-82B7-DEEF067DA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02302E0-4928-4C42-A9A2-D1659CDE5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EA503-DBA4-494B-96E5-8671F59EE6CA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A748F8-04B7-4A6F-8063-B2B4DDEA5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4DD9A9-EBEB-4EE6-ABF1-1743DF43E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B8A7-596D-4195-B5CF-E7AFB52DC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8890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875EBA-6538-45F0-9DBB-76E006976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7B7C335-1FCF-40FC-8ADA-4FC439E43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2BEE4A9-2501-473C-B459-94B041791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71CC9A-C900-4FDB-B225-AE95A8EC1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EA503-DBA4-494B-96E5-8671F59EE6CA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2418DA3-B642-4797-8BDB-45235849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226778-FF4E-44E3-B86E-97085C2E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B8A7-596D-4195-B5CF-E7AFB52DC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5814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F289F-C004-45E9-AB74-70D55ADC9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BBBB132-B962-4E22-8889-0989BB0BB6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536285-1661-4B12-8664-DAF38BBAC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EA503-DBA4-494B-96E5-8671F59EE6CA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D583FD-786D-48C5-BED4-C88B50C92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D9CBE0-AF79-4357-9748-CF9B178D1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B8A7-596D-4195-B5CF-E7AFB52DC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5924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252897A-06CC-4217-A7FA-6EEF617782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969A970-7425-438E-B1F3-5815E161D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D840BA-438D-4E3B-A65A-BB527E432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EA503-DBA4-494B-96E5-8671F59EE6CA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7F5A87-7288-4417-B7C6-9E41A58DC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ACCE26-A8B7-421C-9790-3A4E0ED5C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B8A7-596D-4195-B5CF-E7AFB52DC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4707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AEA9AA-4622-4726-A250-19E3B1540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B8807E-C9BD-4A23-A804-98A5C1FC7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4A5FEA-81EE-4CB2-A1A3-C80A2B1EC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EA503-DBA4-494B-96E5-8671F59EE6CA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0C9F50-B102-409E-9249-56BE0DBF08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B8A530-67D2-42DA-8EE1-EF711DBDB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0B8A7-596D-4195-B5CF-E7AFB52DC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2739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9373316-F4BA-40C8-8A6E-6F91C84E3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5991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aliqulov68@outlook.com</dc:creator>
  <cp:lastModifiedBy>aliqulov68@outlook.com</cp:lastModifiedBy>
  <cp:revision>1</cp:revision>
  <dcterms:created xsi:type="dcterms:W3CDTF">2026-04-23T11:42:43Z</dcterms:created>
  <dcterms:modified xsi:type="dcterms:W3CDTF">2026-04-23T11:44:13Z</dcterms:modified>
</cp:coreProperties>
</file>